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01" r:id="rId5"/>
    <p:sldId id="305" r:id="rId6"/>
    <p:sldId id="336" r:id="rId7"/>
    <p:sldId id="343" r:id="rId8"/>
    <p:sldId id="311" r:id="rId9"/>
    <p:sldId id="312" r:id="rId10"/>
    <p:sldId id="3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336" userDrawn="1">
          <p15:clr>
            <a:srgbClr val="A4A3A4"/>
          </p15:clr>
        </p15:guide>
        <p15:guide id="4" orient="horz" pos="12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A71315-D290-4571-DB01-FAF6BA690B31}" name="Elizabeth Feldbruegge (Aston Carter)" initials="EF(C" userId="S::v-elizabethf@microsoft.com::8d9d97b7-22ed-43c2-af3e-b07e46fd6454" providerId="AD"/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 autoAdjust="0"/>
    <p:restoredTop sz="94347" autoAdjust="0"/>
  </p:normalViewPr>
  <p:slideViewPr>
    <p:cSldViewPr>
      <p:cViewPr varScale="1">
        <p:scale>
          <a:sx n="109" d="100"/>
          <a:sy n="109" d="100"/>
        </p:scale>
        <p:origin x="258" y="42"/>
      </p:cViewPr>
      <p:guideLst>
        <p:guide pos="3840"/>
        <p:guide pos="6816"/>
        <p:guide pos="336"/>
        <p:guide orient="horz" pos="12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tudent  C00297178) Caoimhe O Brien" userId="0d7b55a0-b63d-465c-bbd2-9d07c0a112be" providerId="ADAL" clId="{304CD310-2CD4-41EC-AE48-421C250D1162}"/>
    <pc:docChg chg="undo custSel addSld delSld modSld sldOrd">
      <pc:chgData name="(Student  C00297178) Caoimhe O Brien" userId="0d7b55a0-b63d-465c-bbd2-9d07c0a112be" providerId="ADAL" clId="{304CD310-2CD4-41EC-AE48-421C250D1162}" dt="2025-10-14T10:06:25.658" v="2614" actId="1076"/>
      <pc:docMkLst>
        <pc:docMk/>
      </pc:docMkLst>
      <pc:sldChg chg="modSp mod">
        <pc:chgData name="(Student  C00297178) Caoimhe O Brien" userId="0d7b55a0-b63d-465c-bbd2-9d07c0a112be" providerId="ADAL" clId="{304CD310-2CD4-41EC-AE48-421C250D1162}" dt="2025-10-14T08:46:24.033" v="56" actId="20577"/>
        <pc:sldMkLst>
          <pc:docMk/>
          <pc:sldMk cId="3991792313" sldId="301"/>
        </pc:sldMkLst>
        <pc:spChg chg="mod">
          <ac:chgData name="(Student  C00297178) Caoimhe O Brien" userId="0d7b55a0-b63d-465c-bbd2-9d07c0a112be" providerId="ADAL" clId="{304CD310-2CD4-41EC-AE48-421C250D1162}" dt="2025-10-14T08:46:14.762" v="38" actId="313"/>
          <ac:spMkLst>
            <pc:docMk/>
            <pc:sldMk cId="3991792313" sldId="301"/>
            <ac:spMk id="2" creationId="{F79A9A66-5E16-0DFD-01AB-F769676DACAB}"/>
          </ac:spMkLst>
        </pc:spChg>
        <pc:spChg chg="mod">
          <ac:chgData name="(Student  C00297178) Caoimhe O Brien" userId="0d7b55a0-b63d-465c-bbd2-9d07c0a112be" providerId="ADAL" clId="{304CD310-2CD4-41EC-AE48-421C250D1162}" dt="2025-10-14T08:46:24.033" v="56" actId="20577"/>
          <ac:spMkLst>
            <pc:docMk/>
            <pc:sldMk cId="3991792313" sldId="301"/>
            <ac:spMk id="3" creationId="{112A31D4-B6EB-2A84-2F6D-D0176C5A7067}"/>
          </ac:spMkLst>
        </pc:spChg>
      </pc:sldChg>
      <pc:sldChg chg="addSp modSp mod">
        <pc:chgData name="(Student  C00297178) Caoimhe O Brien" userId="0d7b55a0-b63d-465c-bbd2-9d07c0a112be" providerId="ADAL" clId="{304CD310-2CD4-41EC-AE48-421C250D1162}" dt="2025-10-14T09:11:34.338" v="791" actId="1076"/>
        <pc:sldMkLst>
          <pc:docMk/>
          <pc:sldMk cId="4155411542" sldId="305"/>
        </pc:sldMkLst>
        <pc:spChg chg="mod">
          <ac:chgData name="(Student  C00297178) Caoimhe O Brien" userId="0d7b55a0-b63d-465c-bbd2-9d07c0a112be" providerId="ADAL" clId="{304CD310-2CD4-41EC-AE48-421C250D1162}" dt="2025-10-14T08:57:59.737" v="330" actId="14100"/>
          <ac:spMkLst>
            <pc:docMk/>
            <pc:sldMk cId="4155411542" sldId="305"/>
            <ac:spMk id="2" creationId="{DA8AA50C-470D-102D-DDAB-9F1F567C832E}"/>
          </ac:spMkLst>
        </pc:spChg>
        <pc:spChg chg="mod">
          <ac:chgData name="(Student  C00297178) Caoimhe O Brien" userId="0d7b55a0-b63d-465c-bbd2-9d07c0a112be" providerId="ADAL" clId="{304CD310-2CD4-41EC-AE48-421C250D1162}" dt="2025-10-14T09:11:34.338" v="791" actId="1076"/>
          <ac:spMkLst>
            <pc:docMk/>
            <pc:sldMk cId="4155411542" sldId="305"/>
            <ac:spMk id="4" creationId="{34D07F7D-1960-F5EF-40E4-992F6776BB36}"/>
          </ac:spMkLst>
        </pc:spChg>
        <pc:spChg chg="add mod">
          <ac:chgData name="(Student  C00297178) Caoimhe O Brien" userId="0d7b55a0-b63d-465c-bbd2-9d07c0a112be" providerId="ADAL" clId="{304CD310-2CD4-41EC-AE48-421C250D1162}" dt="2025-10-14T09:10:57.596" v="745" actId="14100"/>
          <ac:spMkLst>
            <pc:docMk/>
            <pc:sldMk cId="4155411542" sldId="305"/>
            <ac:spMk id="5" creationId="{B427CDDE-5095-4E62-8E52-9A47B0DC7148}"/>
          </ac:spMkLst>
        </pc:spChg>
      </pc:sldChg>
      <pc:sldChg chg="modSp mod ord">
        <pc:chgData name="(Student  C00297178) Caoimhe O Brien" userId="0d7b55a0-b63d-465c-bbd2-9d07c0a112be" providerId="ADAL" clId="{304CD310-2CD4-41EC-AE48-421C250D1162}" dt="2025-10-14T09:26:07.488" v="1928" actId="20577"/>
        <pc:sldMkLst>
          <pc:docMk/>
          <pc:sldMk cId="1401295982" sldId="311"/>
        </pc:sldMkLst>
        <pc:spChg chg="mod">
          <ac:chgData name="(Student  C00297178) Caoimhe O Brien" userId="0d7b55a0-b63d-465c-bbd2-9d07c0a112be" providerId="ADAL" clId="{304CD310-2CD4-41EC-AE48-421C250D1162}" dt="2025-10-14T09:19:11.372" v="1374" actId="313"/>
          <ac:spMkLst>
            <pc:docMk/>
            <pc:sldMk cId="1401295982" sldId="311"/>
            <ac:spMk id="2" creationId="{540C6DCB-0981-910D-B025-0456D44FCE1F}"/>
          </ac:spMkLst>
        </pc:spChg>
        <pc:spChg chg="mod">
          <ac:chgData name="(Student  C00297178) Caoimhe O Brien" userId="0d7b55a0-b63d-465c-bbd2-9d07c0a112be" providerId="ADAL" clId="{304CD310-2CD4-41EC-AE48-421C250D1162}" dt="2025-10-14T09:26:07.488" v="1928" actId="20577"/>
          <ac:spMkLst>
            <pc:docMk/>
            <pc:sldMk cId="1401295982" sldId="311"/>
            <ac:spMk id="7" creationId="{5E142051-F5C7-5DE2-9D74-A99C2C653C2F}"/>
          </ac:spMkLst>
        </pc:spChg>
      </pc:sldChg>
      <pc:sldChg chg="addSp modSp mod ord">
        <pc:chgData name="(Student  C00297178) Caoimhe O Brien" userId="0d7b55a0-b63d-465c-bbd2-9d07c0a112be" providerId="ADAL" clId="{304CD310-2CD4-41EC-AE48-421C250D1162}" dt="2025-10-14T10:06:25.658" v="2614" actId="1076"/>
        <pc:sldMkLst>
          <pc:docMk/>
          <pc:sldMk cId="2831761106" sldId="312"/>
        </pc:sldMkLst>
        <pc:spChg chg="mod">
          <ac:chgData name="(Student  C00297178) Caoimhe O Brien" userId="0d7b55a0-b63d-465c-bbd2-9d07c0a112be" providerId="ADAL" clId="{304CD310-2CD4-41EC-AE48-421C250D1162}" dt="2025-10-14T09:52:19.853" v="1955" actId="20577"/>
          <ac:spMkLst>
            <pc:docMk/>
            <pc:sldMk cId="2831761106" sldId="312"/>
            <ac:spMk id="2" creationId="{69E2BA21-6133-B4FA-BAFC-BCF107A2B02C}"/>
          </ac:spMkLst>
        </pc:spChg>
        <pc:spChg chg="mod">
          <ac:chgData name="(Student  C00297178) Caoimhe O Brien" userId="0d7b55a0-b63d-465c-bbd2-9d07c0a112be" providerId="ADAL" clId="{304CD310-2CD4-41EC-AE48-421C250D1162}" dt="2025-10-14T09:13:06.298" v="811" actId="20577"/>
          <ac:spMkLst>
            <pc:docMk/>
            <pc:sldMk cId="2831761106" sldId="312"/>
            <ac:spMk id="3" creationId="{6E6F45D2-DAE9-C6E2-51B2-2CE3A9E88468}"/>
          </ac:spMkLst>
        </pc:spChg>
        <pc:spChg chg="add mod">
          <ac:chgData name="(Student  C00297178) Caoimhe O Brien" userId="0d7b55a0-b63d-465c-bbd2-9d07c0a112be" providerId="ADAL" clId="{304CD310-2CD4-41EC-AE48-421C250D1162}" dt="2025-10-14T10:06:25.658" v="2614" actId="1076"/>
          <ac:spMkLst>
            <pc:docMk/>
            <pc:sldMk cId="2831761106" sldId="312"/>
            <ac:spMk id="5" creationId="{B75954C6-B815-4414-BEC5-AC9F0FC4611A}"/>
          </ac:spMkLst>
        </pc:spChg>
      </pc:sldChg>
      <pc:sldChg chg="modSp mod">
        <pc:chgData name="(Student  C00297178) Caoimhe O Brien" userId="0d7b55a0-b63d-465c-bbd2-9d07c0a112be" providerId="ADAL" clId="{304CD310-2CD4-41EC-AE48-421C250D1162}" dt="2025-10-14T09:11:45.014" v="792" actId="20577"/>
        <pc:sldMkLst>
          <pc:docMk/>
          <pc:sldMk cId="3287373815" sldId="324"/>
        </pc:sldMkLst>
        <pc:spChg chg="mod">
          <ac:chgData name="(Student  C00297178) Caoimhe O Brien" userId="0d7b55a0-b63d-465c-bbd2-9d07c0a112be" providerId="ADAL" clId="{304CD310-2CD4-41EC-AE48-421C250D1162}" dt="2025-10-14T09:11:45.014" v="792" actId="20577"/>
          <ac:spMkLst>
            <pc:docMk/>
            <pc:sldMk cId="3287373815" sldId="324"/>
            <ac:spMk id="3" creationId="{112A31D4-B6EB-2A84-2F6D-D0176C5A7067}"/>
          </ac:spMkLst>
        </pc:spChg>
      </pc:sldChg>
      <pc:sldChg chg="del">
        <pc:chgData name="(Student  C00297178) Caoimhe O Brien" userId="0d7b55a0-b63d-465c-bbd2-9d07c0a112be" providerId="ADAL" clId="{304CD310-2CD4-41EC-AE48-421C250D1162}" dt="2025-10-14T09:19:17.569" v="1375" actId="47"/>
        <pc:sldMkLst>
          <pc:docMk/>
          <pc:sldMk cId="2305028378" sldId="329"/>
        </pc:sldMkLst>
      </pc:sldChg>
      <pc:sldChg chg="addSp delSp modSp mod">
        <pc:chgData name="(Student  C00297178) Caoimhe O Brien" userId="0d7b55a0-b63d-465c-bbd2-9d07c0a112be" providerId="ADAL" clId="{304CD310-2CD4-41EC-AE48-421C250D1162}" dt="2025-10-14T08:57:54.228" v="329" actId="20577"/>
        <pc:sldMkLst>
          <pc:docMk/>
          <pc:sldMk cId="2887882330" sldId="336"/>
        </pc:sldMkLst>
        <pc:spChg chg="mod">
          <ac:chgData name="(Student  C00297178) Caoimhe O Brien" userId="0d7b55a0-b63d-465c-bbd2-9d07c0a112be" providerId="ADAL" clId="{304CD310-2CD4-41EC-AE48-421C250D1162}" dt="2025-10-14T08:57:54.228" v="329" actId="20577"/>
          <ac:spMkLst>
            <pc:docMk/>
            <pc:sldMk cId="2887882330" sldId="336"/>
            <ac:spMk id="2" creationId="{A0CBD703-48B4-EE72-5E8F-216A453B0AA2}"/>
          </ac:spMkLst>
        </pc:spChg>
        <pc:spChg chg="mod">
          <ac:chgData name="(Student  C00297178) Caoimhe O Brien" userId="0d7b55a0-b63d-465c-bbd2-9d07c0a112be" providerId="ADAL" clId="{304CD310-2CD4-41EC-AE48-421C250D1162}" dt="2025-10-14T08:52:23.505" v="301" actId="20577"/>
          <ac:spMkLst>
            <pc:docMk/>
            <pc:sldMk cId="2887882330" sldId="336"/>
            <ac:spMk id="4" creationId="{346BFD29-924A-1CEB-D6D3-B0284E2AF041}"/>
          </ac:spMkLst>
        </pc:spChg>
        <pc:spChg chg="add del mod">
          <ac:chgData name="(Student  C00297178) Caoimhe O Brien" userId="0d7b55a0-b63d-465c-bbd2-9d07c0a112be" providerId="ADAL" clId="{304CD310-2CD4-41EC-AE48-421C250D1162}" dt="2025-10-14T08:48:04.354" v="119" actId="931"/>
          <ac:spMkLst>
            <pc:docMk/>
            <pc:sldMk cId="2887882330" sldId="336"/>
            <ac:spMk id="7" creationId="{5D3D8C43-8EA5-4445-9FDF-8B5C66B16A31}"/>
          </ac:spMkLst>
        </pc:spChg>
        <pc:picChg chg="add del mod">
          <ac:chgData name="(Student  C00297178) Caoimhe O Brien" userId="0d7b55a0-b63d-465c-bbd2-9d07c0a112be" providerId="ADAL" clId="{304CD310-2CD4-41EC-AE48-421C250D1162}" dt="2025-10-14T08:48:06.081" v="120" actId="478"/>
          <ac:picMkLst>
            <pc:docMk/>
            <pc:sldMk cId="2887882330" sldId="336"/>
            <ac:picMk id="6" creationId="{DD45D11D-01EA-4F20-A386-590C4B9D2C74}"/>
          </ac:picMkLst>
        </pc:picChg>
        <pc:picChg chg="add mod modCrop">
          <ac:chgData name="(Student  C00297178) Caoimhe O Brien" userId="0d7b55a0-b63d-465c-bbd2-9d07c0a112be" providerId="ADAL" clId="{304CD310-2CD4-41EC-AE48-421C250D1162}" dt="2025-10-14T08:57:23.207" v="313" actId="18131"/>
          <ac:picMkLst>
            <pc:docMk/>
            <pc:sldMk cId="2887882330" sldId="336"/>
            <ac:picMk id="9" creationId="{D122C3BA-2CBE-4D0D-B65A-E79DD982F6F5}"/>
          </ac:picMkLst>
        </pc:picChg>
        <pc:picChg chg="del">
          <ac:chgData name="(Student  C00297178) Caoimhe O Brien" userId="0d7b55a0-b63d-465c-bbd2-9d07c0a112be" providerId="ADAL" clId="{304CD310-2CD4-41EC-AE48-421C250D1162}" dt="2025-10-14T08:47:54.586" v="116" actId="478"/>
          <ac:picMkLst>
            <pc:docMk/>
            <pc:sldMk cId="2887882330" sldId="336"/>
            <ac:picMk id="19" creationId="{3C273A0D-36A5-5FE3-DCCD-44E457123165}"/>
          </ac:picMkLst>
        </pc:picChg>
      </pc:sldChg>
      <pc:sldChg chg="del">
        <pc:chgData name="(Student  C00297178) Caoimhe O Brien" userId="0d7b55a0-b63d-465c-bbd2-9d07c0a112be" providerId="ADAL" clId="{304CD310-2CD4-41EC-AE48-421C250D1162}" dt="2025-10-14T09:13:31.114" v="817" actId="47"/>
        <pc:sldMkLst>
          <pc:docMk/>
          <pc:sldMk cId="3557075401" sldId="337"/>
        </pc:sldMkLst>
      </pc:sldChg>
      <pc:sldChg chg="del">
        <pc:chgData name="(Student  C00297178) Caoimhe O Brien" userId="0d7b55a0-b63d-465c-bbd2-9d07c0a112be" providerId="ADAL" clId="{304CD310-2CD4-41EC-AE48-421C250D1162}" dt="2025-10-14T09:19:18.865" v="1376" actId="47"/>
        <pc:sldMkLst>
          <pc:docMk/>
          <pc:sldMk cId="1057765907" sldId="338"/>
        </pc:sldMkLst>
      </pc:sldChg>
      <pc:sldChg chg="del">
        <pc:chgData name="(Student  C00297178) Caoimhe O Brien" userId="0d7b55a0-b63d-465c-bbd2-9d07c0a112be" providerId="ADAL" clId="{304CD310-2CD4-41EC-AE48-421C250D1162}" dt="2025-10-14T09:19:20.079" v="1377" actId="47"/>
        <pc:sldMkLst>
          <pc:docMk/>
          <pc:sldMk cId="891603856" sldId="339"/>
        </pc:sldMkLst>
      </pc:sldChg>
      <pc:sldChg chg="del">
        <pc:chgData name="(Student  C00297178) Caoimhe O Brien" userId="0d7b55a0-b63d-465c-bbd2-9d07c0a112be" providerId="ADAL" clId="{304CD310-2CD4-41EC-AE48-421C250D1162}" dt="2025-10-14T09:19:20.952" v="1378" actId="47"/>
        <pc:sldMkLst>
          <pc:docMk/>
          <pc:sldMk cId="843992134" sldId="340"/>
        </pc:sldMkLst>
      </pc:sldChg>
      <pc:sldChg chg="addSp delSp modSp del mod ord">
        <pc:chgData name="(Student  C00297178) Caoimhe O Brien" userId="0d7b55a0-b63d-465c-bbd2-9d07c0a112be" providerId="ADAL" clId="{304CD310-2CD4-41EC-AE48-421C250D1162}" dt="2025-10-14T08:49:29.242" v="141" actId="47"/>
        <pc:sldMkLst>
          <pc:docMk/>
          <pc:sldMk cId="542902408" sldId="341"/>
        </pc:sldMkLst>
        <pc:spChg chg="mod">
          <ac:chgData name="(Student  C00297178) Caoimhe O Brien" userId="0d7b55a0-b63d-465c-bbd2-9d07c0a112be" providerId="ADAL" clId="{304CD310-2CD4-41EC-AE48-421C250D1162}" dt="2025-10-14T08:47:03.050" v="108" actId="20577"/>
          <ac:spMkLst>
            <pc:docMk/>
            <pc:sldMk cId="542902408" sldId="341"/>
            <ac:spMk id="2" creationId="{DC6A9F87-A3B1-CAF5-1EE0-E1A0FFD7ED5F}"/>
          </ac:spMkLst>
        </pc:spChg>
        <pc:spChg chg="add del mod">
          <ac:chgData name="(Student  C00297178) Caoimhe O Brien" userId="0d7b55a0-b63d-465c-bbd2-9d07c0a112be" providerId="ADAL" clId="{304CD310-2CD4-41EC-AE48-421C250D1162}" dt="2025-10-14T08:47:25.202" v="110" actId="931"/>
          <ac:spMkLst>
            <pc:docMk/>
            <pc:sldMk cId="542902408" sldId="341"/>
            <ac:spMk id="6" creationId="{7C6CD721-733B-4E19-AB74-A3507F519A14}"/>
          </ac:spMkLst>
        </pc:spChg>
        <pc:graphicFrameChg chg="del">
          <ac:chgData name="(Student  C00297178) Caoimhe O Brien" userId="0d7b55a0-b63d-465c-bbd2-9d07c0a112be" providerId="ADAL" clId="{304CD310-2CD4-41EC-AE48-421C250D1162}" dt="2025-10-14T08:47:09.337" v="109" actId="478"/>
          <ac:graphicFrameMkLst>
            <pc:docMk/>
            <pc:sldMk cId="542902408" sldId="341"/>
            <ac:graphicFrameMk id="5" creationId="{519B03DA-EB4E-BF80-B086-108479B38C08}"/>
          </ac:graphicFrameMkLst>
        </pc:graphicFrameChg>
        <pc:picChg chg="add mod">
          <ac:chgData name="(Student  C00297178) Caoimhe O Brien" userId="0d7b55a0-b63d-465c-bbd2-9d07c0a112be" providerId="ADAL" clId="{304CD310-2CD4-41EC-AE48-421C250D1162}" dt="2025-10-14T08:47:33.369" v="112" actId="1076"/>
          <ac:picMkLst>
            <pc:docMk/>
            <pc:sldMk cId="542902408" sldId="341"/>
            <ac:picMk id="8" creationId="{9E180346-F4AE-4F80-98E4-578C1FBEAA93}"/>
          </ac:picMkLst>
        </pc:picChg>
      </pc:sldChg>
      <pc:sldChg chg="del">
        <pc:chgData name="(Student  C00297178) Caoimhe O Brien" userId="0d7b55a0-b63d-465c-bbd2-9d07c0a112be" providerId="ADAL" clId="{304CD310-2CD4-41EC-AE48-421C250D1162}" dt="2025-10-14T09:19:21.996" v="1379" actId="47"/>
        <pc:sldMkLst>
          <pc:docMk/>
          <pc:sldMk cId="1887328427" sldId="342"/>
        </pc:sldMkLst>
      </pc:sldChg>
      <pc:sldChg chg="modSp add mod ord">
        <pc:chgData name="(Student  C00297178) Caoimhe O Brien" userId="0d7b55a0-b63d-465c-bbd2-9d07c0a112be" providerId="ADAL" clId="{304CD310-2CD4-41EC-AE48-421C250D1162}" dt="2025-10-14T09:16:36.532" v="1016" actId="20577"/>
        <pc:sldMkLst>
          <pc:docMk/>
          <pc:sldMk cId="3671682361" sldId="343"/>
        </pc:sldMkLst>
        <pc:spChg chg="mod">
          <ac:chgData name="(Student  C00297178) Caoimhe O Brien" userId="0d7b55a0-b63d-465c-bbd2-9d07c0a112be" providerId="ADAL" clId="{304CD310-2CD4-41EC-AE48-421C250D1162}" dt="2025-10-14T09:14:31.568" v="846" actId="20577"/>
          <ac:spMkLst>
            <pc:docMk/>
            <pc:sldMk cId="3671682361" sldId="343"/>
            <ac:spMk id="6" creationId="{1BCE4186-A693-D2EA-C5DC-C3BDBF96BE0A}"/>
          </ac:spMkLst>
        </pc:spChg>
        <pc:spChg chg="mod">
          <ac:chgData name="(Student  C00297178) Caoimhe O Brien" userId="0d7b55a0-b63d-465c-bbd2-9d07c0a112be" providerId="ADAL" clId="{304CD310-2CD4-41EC-AE48-421C250D1162}" dt="2025-10-14T09:16:36.532" v="1016" actId="20577"/>
          <ac:spMkLst>
            <pc:docMk/>
            <pc:sldMk cId="3671682361" sldId="343"/>
            <ac:spMk id="8" creationId="{0577C7E4-70E4-820C-7895-4ACF0831724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10/14/2025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10/14/2025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93D5A-F8B8-8C2B-FCAE-05ED2FCE8F54}"/>
              </a:ext>
            </a:extLst>
          </p:cNvPr>
          <p:cNvSpPr/>
          <p:nvPr userDrawn="1"/>
        </p:nvSpPr>
        <p:spPr>
          <a:xfrm>
            <a:off x="0" y="5603786"/>
            <a:ext cx="12188952" cy="12542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D55A8-DC6B-7CD4-984D-F2CF5B782DAB}"/>
              </a:ext>
            </a:extLst>
          </p:cNvPr>
          <p:cNvSpPr/>
          <p:nvPr userDrawn="1"/>
        </p:nvSpPr>
        <p:spPr>
          <a:xfrm>
            <a:off x="0" y="0"/>
            <a:ext cx="12192000" cy="2819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457200"/>
            <a:ext cx="10317914" cy="1828800"/>
          </a:xfrm>
        </p:spPr>
        <p:txBody>
          <a:bodyPr lIns="0" tIns="0" rIns="0" bIns="0" anchor="b" anchorCtr="0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352" y="5776779"/>
            <a:ext cx="11201400" cy="9082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FC68E0-D9CA-4632-6C16-A37FF1C296C0}"/>
              </a:ext>
            </a:extLst>
          </p:cNvPr>
          <p:cNvCxnSpPr>
            <a:cxnSpLocks/>
          </p:cNvCxnSpPr>
          <p:nvPr userDrawn="1"/>
        </p:nvCxnSpPr>
        <p:spPr>
          <a:xfrm>
            <a:off x="0" y="5614416"/>
            <a:ext cx="12188952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775A23F-BECF-11F7-0296-411179417D7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30352" y="3176624"/>
            <a:ext cx="3383280" cy="2069938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44580E1-0D73-CE94-C207-D61D9D2303E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421886" y="3176624"/>
            <a:ext cx="3383280" cy="2069938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92B25869-DAD9-F98F-4401-472BF13B638C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313420" y="3176624"/>
            <a:ext cx="3383280" cy="2069938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18" name="Graphic 16">
            <a:extLst>
              <a:ext uri="{FF2B5EF4-FFF2-40B4-BE49-F238E27FC236}">
                <a16:creationId xmlns:a16="http://schemas.microsoft.com/office/drawing/2014/main" id="{5FE60644-06BE-BB5F-124E-5064D05EB32C}"/>
              </a:ext>
            </a:extLst>
          </p:cNvPr>
          <p:cNvGrpSpPr/>
          <p:nvPr/>
        </p:nvGrpSpPr>
        <p:grpSpPr>
          <a:xfrm rot="5400000" flipH="1">
            <a:off x="10607041" y="1022650"/>
            <a:ext cx="1998009" cy="562309"/>
            <a:chOff x="516591" y="355997"/>
            <a:chExt cx="2247898" cy="63263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951A35A-F4D7-545D-8528-2736ED0B0F33}"/>
                </a:ext>
              </a:extLst>
            </p:cNvPr>
            <p:cNvSpPr/>
            <p:nvPr/>
          </p:nvSpPr>
          <p:spPr>
            <a:xfrm>
              <a:off x="1780781" y="355997"/>
              <a:ext cx="638403" cy="632636"/>
            </a:xfrm>
            <a:custGeom>
              <a:avLst/>
              <a:gdLst>
                <a:gd name="connsiteX0" fmla="*/ 983 w 638403"/>
                <a:gd name="connsiteY0" fmla="*/ 337885 h 632636"/>
                <a:gd name="connsiteX1" fmla="*/ 245396 w 638403"/>
                <a:gd name="connsiteY1" fmla="*/ 626337 h 632636"/>
                <a:gd name="connsiteX2" fmla="*/ 635162 w 638403"/>
                <a:gd name="connsiteY2" fmla="*/ 360278 h 632636"/>
                <a:gd name="connsiteX3" fmla="*/ 638401 w 638403"/>
                <a:gd name="connsiteY3" fmla="*/ 323652 h 632636"/>
                <a:gd name="connsiteX4" fmla="*/ 636496 w 638403"/>
                <a:gd name="connsiteY4" fmla="*/ 291012 h 632636"/>
                <a:gd name="connsiteX5" fmla="*/ 317 w 638403"/>
                <a:gd name="connsiteY5" fmla="*/ 297274 h 632636"/>
                <a:gd name="connsiteX6" fmla="*/ 984 w 638403"/>
                <a:gd name="connsiteY6" fmla="*/ 337885 h 632636"/>
                <a:gd name="connsiteX7" fmla="*/ 984 w 638403"/>
                <a:gd name="connsiteY7" fmla="*/ 337885 h 63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403" h="632636">
                  <a:moveTo>
                    <a:pt x="983" y="337885"/>
                  </a:moveTo>
                  <a:cubicBezTo>
                    <a:pt x="24795" y="505263"/>
                    <a:pt x="106330" y="601383"/>
                    <a:pt x="245396" y="626337"/>
                  </a:cubicBezTo>
                  <a:cubicBezTo>
                    <a:pt x="439136" y="661160"/>
                    <a:pt x="594013" y="548721"/>
                    <a:pt x="635162" y="360278"/>
                  </a:cubicBezTo>
                  <a:cubicBezTo>
                    <a:pt x="635924" y="356672"/>
                    <a:pt x="638496" y="332097"/>
                    <a:pt x="638401" y="323652"/>
                  </a:cubicBezTo>
                  <a:cubicBezTo>
                    <a:pt x="638210" y="306098"/>
                    <a:pt x="636496" y="291012"/>
                    <a:pt x="636496" y="291012"/>
                  </a:cubicBezTo>
                  <a:cubicBezTo>
                    <a:pt x="585156" y="-105706"/>
                    <a:pt x="16223" y="-90239"/>
                    <a:pt x="317" y="297274"/>
                  </a:cubicBezTo>
                  <a:cubicBezTo>
                    <a:pt x="317" y="297274"/>
                    <a:pt x="-731" y="315872"/>
                    <a:pt x="984" y="337885"/>
                  </a:cubicBezTo>
                  <a:lnTo>
                    <a:pt x="984" y="337885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5144E32-E7BE-EAAC-8BD8-E9981F436BF4}"/>
                </a:ext>
              </a:extLst>
            </p:cNvPr>
            <p:cNvSpPr/>
            <p:nvPr/>
          </p:nvSpPr>
          <p:spPr>
            <a:xfrm>
              <a:off x="516591" y="647104"/>
              <a:ext cx="2247898" cy="56551"/>
            </a:xfrm>
            <a:custGeom>
              <a:avLst/>
              <a:gdLst>
                <a:gd name="connsiteX0" fmla="*/ 1901923 w 2247898"/>
                <a:gd name="connsiteY0" fmla="*/ 56457 h 56551"/>
                <a:gd name="connsiteX1" fmla="*/ 2206630 w 2247898"/>
                <a:gd name="connsiteY1" fmla="*/ 50669 h 56551"/>
                <a:gd name="connsiteX2" fmla="*/ 2247873 w 2247898"/>
                <a:gd name="connsiteY2" fmla="*/ 13853 h 56551"/>
                <a:gd name="connsiteX3" fmla="*/ 2234728 w 2247898"/>
                <a:gd name="connsiteY3" fmla="*/ 1233 h 56551"/>
                <a:gd name="connsiteX4" fmla="*/ 1900589 w 2247898"/>
                <a:gd name="connsiteY4" fmla="*/ 0 h 56551"/>
                <a:gd name="connsiteX5" fmla="*/ 1273650 w 2247898"/>
                <a:gd name="connsiteY5" fmla="*/ 6357 h 56551"/>
                <a:gd name="connsiteX6" fmla="*/ 21390 w 2247898"/>
                <a:gd name="connsiteY6" fmla="*/ 2562 h 56551"/>
                <a:gd name="connsiteX7" fmla="*/ 149 w 2247898"/>
                <a:gd name="connsiteY7" fmla="*/ 13948 h 56551"/>
                <a:gd name="connsiteX8" fmla="*/ 6245 w 2247898"/>
                <a:gd name="connsiteY8" fmla="*/ 39472 h 56551"/>
                <a:gd name="connsiteX9" fmla="*/ 26533 w 2247898"/>
                <a:gd name="connsiteY9" fmla="*/ 48771 h 56551"/>
                <a:gd name="connsiteX10" fmla="*/ 1265173 w 2247898"/>
                <a:gd name="connsiteY10" fmla="*/ 46968 h 56551"/>
                <a:gd name="connsiteX11" fmla="*/ 1901924 w 2247898"/>
                <a:gd name="connsiteY11" fmla="*/ 56551 h 56551"/>
                <a:gd name="connsiteX12" fmla="*/ 1901924 w 2247898"/>
                <a:gd name="connsiteY12" fmla="*/ 56551 h 56551"/>
                <a:gd name="connsiteX13" fmla="*/ 1901924 w 2247898"/>
                <a:gd name="connsiteY13" fmla="*/ 56457 h 5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47898" h="56551">
                  <a:moveTo>
                    <a:pt x="1901923" y="56457"/>
                  </a:moveTo>
                  <a:cubicBezTo>
                    <a:pt x="2002698" y="54179"/>
                    <a:pt x="2104330" y="52187"/>
                    <a:pt x="2206630" y="50669"/>
                  </a:cubicBezTo>
                  <a:cubicBezTo>
                    <a:pt x="2230156" y="50384"/>
                    <a:pt x="2245873" y="36056"/>
                    <a:pt x="2247873" y="13853"/>
                  </a:cubicBezTo>
                  <a:cubicBezTo>
                    <a:pt x="2248349" y="7021"/>
                    <a:pt x="2242253" y="1233"/>
                    <a:pt x="2234728" y="1233"/>
                  </a:cubicBezTo>
                  <a:lnTo>
                    <a:pt x="1900589" y="0"/>
                  </a:lnTo>
                  <a:cubicBezTo>
                    <a:pt x="1691609" y="16700"/>
                    <a:pt x="1482630" y="18692"/>
                    <a:pt x="1273650" y="6357"/>
                  </a:cubicBezTo>
                  <a:lnTo>
                    <a:pt x="21390" y="2562"/>
                  </a:lnTo>
                  <a:cubicBezTo>
                    <a:pt x="9007" y="2562"/>
                    <a:pt x="-1375" y="8160"/>
                    <a:pt x="149" y="13948"/>
                  </a:cubicBezTo>
                  <a:lnTo>
                    <a:pt x="6245" y="39472"/>
                  </a:lnTo>
                  <a:cubicBezTo>
                    <a:pt x="7483" y="45070"/>
                    <a:pt x="16151" y="48771"/>
                    <a:pt x="26533" y="48771"/>
                  </a:cubicBezTo>
                  <a:lnTo>
                    <a:pt x="1265173" y="46968"/>
                  </a:lnTo>
                  <a:cubicBezTo>
                    <a:pt x="1476629" y="32546"/>
                    <a:pt x="1688943" y="35582"/>
                    <a:pt x="1901924" y="56551"/>
                  </a:cubicBezTo>
                  <a:lnTo>
                    <a:pt x="1901924" y="56551"/>
                  </a:lnTo>
                  <a:lnTo>
                    <a:pt x="1901924" y="56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BBDA8E3-4A22-4F30-2CBB-DFBA0B6063D0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A36011-0CC6-C389-EAAB-90C4ACC2D522}"/>
              </a:ext>
            </a:extLst>
          </p:cNvPr>
          <p:cNvSpPr/>
          <p:nvPr userDrawn="1"/>
        </p:nvSpPr>
        <p:spPr>
          <a:xfrm>
            <a:off x="0" y="6096000"/>
            <a:ext cx="6096001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527048"/>
            <a:ext cx="5257800" cy="3886197"/>
          </a:xfrm>
        </p:spPr>
        <p:txBody>
          <a:bodyPr lIns="0" tIns="0" rIns="0" bIns="0" anchor="t" anchorCtr="0">
            <a:noAutofit/>
          </a:bodyPr>
          <a:lstStyle>
            <a:lvl1pPr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AA3FF9-4C9C-8494-A2BB-F7781639333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47151" y="1527048"/>
            <a:ext cx="5187649" cy="502005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95BE4A-3E73-906A-3F04-20F3B489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086E1E6-8939-6965-E9E7-75606774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BC3BBC-129A-FBDC-E6A0-294EF21E1914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6096000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E86B28-A98B-0D98-5ED4-C8422E49C808}"/>
              </a:ext>
            </a:extLst>
          </p:cNvPr>
          <p:cNvGrpSpPr/>
          <p:nvPr userDrawn="1"/>
        </p:nvGrpSpPr>
        <p:grpSpPr>
          <a:xfrm>
            <a:off x="516591" y="355997"/>
            <a:ext cx="3750609" cy="632636"/>
            <a:chOff x="516591" y="355997"/>
            <a:chExt cx="3750609" cy="632636"/>
          </a:xfrm>
        </p:grpSpPr>
        <p:grpSp>
          <p:nvGrpSpPr>
            <p:cNvPr id="18" name="Graphic 16">
              <a:extLst>
                <a:ext uri="{FF2B5EF4-FFF2-40B4-BE49-F238E27FC236}">
                  <a16:creationId xmlns:a16="http://schemas.microsoft.com/office/drawing/2014/main" id="{B848D6FC-B5F4-D029-DBB8-11C46A0856B4}"/>
                </a:ext>
              </a:extLst>
            </p:cNvPr>
            <p:cNvGrpSpPr/>
            <p:nvPr/>
          </p:nvGrpSpPr>
          <p:grpSpPr>
            <a:xfrm flipH="1">
              <a:off x="516591" y="355997"/>
              <a:ext cx="2247898" cy="632636"/>
              <a:chOff x="516591" y="355997"/>
              <a:chExt cx="2247898" cy="632636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B5A04C0E-365F-3B06-1EA3-05B2F8F8CFAE}"/>
                  </a:ext>
                </a:extLst>
              </p:cNvPr>
              <p:cNvSpPr/>
              <p:nvPr/>
            </p:nvSpPr>
            <p:spPr>
              <a:xfrm>
                <a:off x="1780781" y="355997"/>
                <a:ext cx="638403" cy="632636"/>
              </a:xfrm>
              <a:custGeom>
                <a:avLst/>
                <a:gdLst>
                  <a:gd name="connsiteX0" fmla="*/ 983 w 638403"/>
                  <a:gd name="connsiteY0" fmla="*/ 337885 h 632636"/>
                  <a:gd name="connsiteX1" fmla="*/ 245396 w 638403"/>
                  <a:gd name="connsiteY1" fmla="*/ 626337 h 632636"/>
                  <a:gd name="connsiteX2" fmla="*/ 635162 w 638403"/>
                  <a:gd name="connsiteY2" fmla="*/ 360278 h 632636"/>
                  <a:gd name="connsiteX3" fmla="*/ 638401 w 638403"/>
                  <a:gd name="connsiteY3" fmla="*/ 323652 h 632636"/>
                  <a:gd name="connsiteX4" fmla="*/ 636496 w 638403"/>
                  <a:gd name="connsiteY4" fmla="*/ 291012 h 632636"/>
                  <a:gd name="connsiteX5" fmla="*/ 317 w 638403"/>
                  <a:gd name="connsiteY5" fmla="*/ 297274 h 632636"/>
                  <a:gd name="connsiteX6" fmla="*/ 984 w 638403"/>
                  <a:gd name="connsiteY6" fmla="*/ 337885 h 632636"/>
                  <a:gd name="connsiteX7" fmla="*/ 984 w 638403"/>
                  <a:gd name="connsiteY7" fmla="*/ 337885 h 63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8403" h="632636">
                    <a:moveTo>
                      <a:pt x="983" y="337885"/>
                    </a:moveTo>
                    <a:cubicBezTo>
                      <a:pt x="24795" y="505263"/>
                      <a:pt x="106330" y="601383"/>
                      <a:pt x="245396" y="626337"/>
                    </a:cubicBezTo>
                    <a:cubicBezTo>
                      <a:pt x="439136" y="661160"/>
                      <a:pt x="594013" y="548721"/>
                      <a:pt x="635162" y="360278"/>
                    </a:cubicBezTo>
                    <a:cubicBezTo>
                      <a:pt x="635924" y="356672"/>
                      <a:pt x="638496" y="332097"/>
                      <a:pt x="638401" y="323652"/>
                    </a:cubicBezTo>
                    <a:cubicBezTo>
                      <a:pt x="638210" y="306098"/>
                      <a:pt x="636496" y="291012"/>
                      <a:pt x="636496" y="291012"/>
                    </a:cubicBezTo>
                    <a:cubicBezTo>
                      <a:pt x="585156" y="-105706"/>
                      <a:pt x="16223" y="-90239"/>
                      <a:pt x="317" y="297274"/>
                    </a:cubicBezTo>
                    <a:cubicBezTo>
                      <a:pt x="317" y="297274"/>
                      <a:pt x="-731" y="315872"/>
                      <a:pt x="984" y="337885"/>
                    </a:cubicBezTo>
                    <a:lnTo>
                      <a:pt x="984" y="337885"/>
                    </a:lnTo>
                    <a:close/>
                  </a:path>
                </a:pathLst>
              </a:custGeom>
              <a:solidFill>
                <a:schemeClr val="accent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EF649C9-96CE-047E-9440-177154C63F50}"/>
                  </a:ext>
                </a:extLst>
              </p:cNvPr>
              <p:cNvSpPr/>
              <p:nvPr/>
            </p:nvSpPr>
            <p:spPr>
              <a:xfrm>
                <a:off x="516591" y="647104"/>
                <a:ext cx="2247898" cy="56551"/>
              </a:xfrm>
              <a:custGeom>
                <a:avLst/>
                <a:gdLst>
                  <a:gd name="connsiteX0" fmla="*/ 1901923 w 2247898"/>
                  <a:gd name="connsiteY0" fmla="*/ 56457 h 56551"/>
                  <a:gd name="connsiteX1" fmla="*/ 2206630 w 2247898"/>
                  <a:gd name="connsiteY1" fmla="*/ 50669 h 56551"/>
                  <a:gd name="connsiteX2" fmla="*/ 2247873 w 2247898"/>
                  <a:gd name="connsiteY2" fmla="*/ 13853 h 56551"/>
                  <a:gd name="connsiteX3" fmla="*/ 2234728 w 2247898"/>
                  <a:gd name="connsiteY3" fmla="*/ 1233 h 56551"/>
                  <a:gd name="connsiteX4" fmla="*/ 1900589 w 2247898"/>
                  <a:gd name="connsiteY4" fmla="*/ 0 h 56551"/>
                  <a:gd name="connsiteX5" fmla="*/ 1273650 w 2247898"/>
                  <a:gd name="connsiteY5" fmla="*/ 6357 h 56551"/>
                  <a:gd name="connsiteX6" fmla="*/ 21390 w 2247898"/>
                  <a:gd name="connsiteY6" fmla="*/ 2562 h 56551"/>
                  <a:gd name="connsiteX7" fmla="*/ 149 w 2247898"/>
                  <a:gd name="connsiteY7" fmla="*/ 13948 h 56551"/>
                  <a:gd name="connsiteX8" fmla="*/ 6245 w 2247898"/>
                  <a:gd name="connsiteY8" fmla="*/ 39472 h 56551"/>
                  <a:gd name="connsiteX9" fmla="*/ 26533 w 2247898"/>
                  <a:gd name="connsiteY9" fmla="*/ 48771 h 56551"/>
                  <a:gd name="connsiteX10" fmla="*/ 1265173 w 2247898"/>
                  <a:gd name="connsiteY10" fmla="*/ 46968 h 56551"/>
                  <a:gd name="connsiteX11" fmla="*/ 1901924 w 2247898"/>
                  <a:gd name="connsiteY11" fmla="*/ 56551 h 56551"/>
                  <a:gd name="connsiteX12" fmla="*/ 1901924 w 2247898"/>
                  <a:gd name="connsiteY12" fmla="*/ 56551 h 56551"/>
                  <a:gd name="connsiteX13" fmla="*/ 1901924 w 2247898"/>
                  <a:gd name="connsiteY13" fmla="*/ 56457 h 5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47898" h="56551">
                    <a:moveTo>
                      <a:pt x="1901923" y="56457"/>
                    </a:moveTo>
                    <a:cubicBezTo>
                      <a:pt x="2002698" y="54179"/>
                      <a:pt x="2104330" y="52187"/>
                      <a:pt x="2206630" y="50669"/>
                    </a:cubicBezTo>
                    <a:cubicBezTo>
                      <a:pt x="2230156" y="50384"/>
                      <a:pt x="2245873" y="36056"/>
                      <a:pt x="2247873" y="13853"/>
                    </a:cubicBezTo>
                    <a:cubicBezTo>
                      <a:pt x="2248349" y="7021"/>
                      <a:pt x="2242253" y="1233"/>
                      <a:pt x="2234728" y="1233"/>
                    </a:cubicBezTo>
                    <a:lnTo>
                      <a:pt x="1900589" y="0"/>
                    </a:lnTo>
                    <a:cubicBezTo>
                      <a:pt x="1691609" y="16700"/>
                      <a:pt x="1482630" y="18692"/>
                      <a:pt x="1273650" y="6357"/>
                    </a:cubicBezTo>
                    <a:lnTo>
                      <a:pt x="21390" y="2562"/>
                    </a:lnTo>
                    <a:cubicBezTo>
                      <a:pt x="9007" y="2562"/>
                      <a:pt x="-1375" y="8160"/>
                      <a:pt x="149" y="13948"/>
                    </a:cubicBezTo>
                    <a:lnTo>
                      <a:pt x="6245" y="39472"/>
                    </a:lnTo>
                    <a:cubicBezTo>
                      <a:pt x="7483" y="45070"/>
                      <a:pt x="16151" y="48771"/>
                      <a:pt x="26533" y="48771"/>
                    </a:cubicBezTo>
                    <a:lnTo>
                      <a:pt x="1265173" y="46968"/>
                    </a:lnTo>
                    <a:cubicBezTo>
                      <a:pt x="1476629" y="32546"/>
                      <a:pt x="1688943" y="35582"/>
                      <a:pt x="1901924" y="56551"/>
                    </a:cubicBezTo>
                    <a:lnTo>
                      <a:pt x="1901924" y="56551"/>
                    </a:lnTo>
                    <a:lnTo>
                      <a:pt x="1901924" y="56457"/>
                    </a:ln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26DC255-D0C4-CE6D-2A0F-2A757B8D9E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15640" y="609600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6FE056-1AC1-BB94-30F3-EE44BDDABDB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175760" y="611882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EB2A61-AC40-2F91-DCA2-08DF634920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695700" y="609600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0666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BBDA8E3-4A22-4F30-2CBB-DFBA0B6063D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A36011-0CC6-C389-EAAB-90C4ACC2D522}"/>
              </a:ext>
            </a:extLst>
          </p:cNvPr>
          <p:cNvSpPr/>
          <p:nvPr userDrawn="1"/>
        </p:nvSpPr>
        <p:spPr>
          <a:xfrm>
            <a:off x="1" y="6096000"/>
            <a:ext cx="6095999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0" y="1527048"/>
            <a:ext cx="5181600" cy="4636293"/>
          </a:xfrm>
        </p:spPr>
        <p:txBody>
          <a:bodyPr lIns="0" tIns="0" rIns="0" bIns="0" anchor="t" anchorCtr="0">
            <a:noAutofit/>
          </a:bodyPr>
          <a:lstStyle>
            <a:lvl1pPr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D146FE-2CCD-1628-C75B-ABAC2022D9E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4632" y="457200"/>
            <a:ext cx="5157216" cy="25146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AA3FF9-4C9C-8494-A2BB-F7781639333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0352" y="3429000"/>
            <a:ext cx="5187649" cy="2514600"/>
          </a:xfrm>
        </p:spPr>
        <p:txBody>
          <a:bodyPr tIns="45720" bIns="45720">
            <a:normAutofit/>
          </a:bodyPr>
          <a:lstStyle>
            <a:lvl1pPr marL="45720" indent="0">
              <a:buNone/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95BE4A-3E73-906A-3F04-20F3B489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086E1E6-8939-6965-E9E7-75606774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BC3BBC-129A-FBDC-E6A0-294EF21E1914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6096000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E86B28-A98B-0D98-5ED4-C8422E49C808}"/>
              </a:ext>
            </a:extLst>
          </p:cNvPr>
          <p:cNvGrpSpPr/>
          <p:nvPr userDrawn="1"/>
        </p:nvGrpSpPr>
        <p:grpSpPr>
          <a:xfrm flipH="1">
            <a:off x="7755591" y="355997"/>
            <a:ext cx="3750609" cy="632636"/>
            <a:chOff x="516591" y="355997"/>
            <a:chExt cx="3750609" cy="632636"/>
          </a:xfrm>
        </p:grpSpPr>
        <p:grpSp>
          <p:nvGrpSpPr>
            <p:cNvPr id="18" name="Graphic 16">
              <a:extLst>
                <a:ext uri="{FF2B5EF4-FFF2-40B4-BE49-F238E27FC236}">
                  <a16:creationId xmlns:a16="http://schemas.microsoft.com/office/drawing/2014/main" id="{B848D6FC-B5F4-D029-DBB8-11C46A0856B4}"/>
                </a:ext>
              </a:extLst>
            </p:cNvPr>
            <p:cNvGrpSpPr/>
            <p:nvPr/>
          </p:nvGrpSpPr>
          <p:grpSpPr>
            <a:xfrm flipH="1">
              <a:off x="516591" y="355997"/>
              <a:ext cx="2247898" cy="632636"/>
              <a:chOff x="516591" y="355997"/>
              <a:chExt cx="2247898" cy="632636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B5A04C0E-365F-3B06-1EA3-05B2F8F8CFAE}"/>
                  </a:ext>
                </a:extLst>
              </p:cNvPr>
              <p:cNvSpPr/>
              <p:nvPr/>
            </p:nvSpPr>
            <p:spPr>
              <a:xfrm>
                <a:off x="1780781" y="355997"/>
                <a:ext cx="638403" cy="632636"/>
              </a:xfrm>
              <a:custGeom>
                <a:avLst/>
                <a:gdLst>
                  <a:gd name="connsiteX0" fmla="*/ 983 w 638403"/>
                  <a:gd name="connsiteY0" fmla="*/ 337885 h 632636"/>
                  <a:gd name="connsiteX1" fmla="*/ 245396 w 638403"/>
                  <a:gd name="connsiteY1" fmla="*/ 626337 h 632636"/>
                  <a:gd name="connsiteX2" fmla="*/ 635162 w 638403"/>
                  <a:gd name="connsiteY2" fmla="*/ 360278 h 632636"/>
                  <a:gd name="connsiteX3" fmla="*/ 638401 w 638403"/>
                  <a:gd name="connsiteY3" fmla="*/ 323652 h 632636"/>
                  <a:gd name="connsiteX4" fmla="*/ 636496 w 638403"/>
                  <a:gd name="connsiteY4" fmla="*/ 291012 h 632636"/>
                  <a:gd name="connsiteX5" fmla="*/ 317 w 638403"/>
                  <a:gd name="connsiteY5" fmla="*/ 297274 h 632636"/>
                  <a:gd name="connsiteX6" fmla="*/ 984 w 638403"/>
                  <a:gd name="connsiteY6" fmla="*/ 337885 h 632636"/>
                  <a:gd name="connsiteX7" fmla="*/ 984 w 638403"/>
                  <a:gd name="connsiteY7" fmla="*/ 337885 h 63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8403" h="632636">
                    <a:moveTo>
                      <a:pt x="983" y="337885"/>
                    </a:moveTo>
                    <a:cubicBezTo>
                      <a:pt x="24795" y="505263"/>
                      <a:pt x="106330" y="601383"/>
                      <a:pt x="245396" y="626337"/>
                    </a:cubicBezTo>
                    <a:cubicBezTo>
                      <a:pt x="439136" y="661160"/>
                      <a:pt x="594013" y="548721"/>
                      <a:pt x="635162" y="360278"/>
                    </a:cubicBezTo>
                    <a:cubicBezTo>
                      <a:pt x="635924" y="356672"/>
                      <a:pt x="638496" y="332097"/>
                      <a:pt x="638401" y="323652"/>
                    </a:cubicBezTo>
                    <a:cubicBezTo>
                      <a:pt x="638210" y="306098"/>
                      <a:pt x="636496" y="291012"/>
                      <a:pt x="636496" y="291012"/>
                    </a:cubicBezTo>
                    <a:cubicBezTo>
                      <a:pt x="585156" y="-105706"/>
                      <a:pt x="16223" y="-90239"/>
                      <a:pt x="317" y="297274"/>
                    </a:cubicBezTo>
                    <a:cubicBezTo>
                      <a:pt x="317" y="297274"/>
                      <a:pt x="-731" y="315872"/>
                      <a:pt x="984" y="337885"/>
                    </a:cubicBezTo>
                    <a:lnTo>
                      <a:pt x="984" y="337885"/>
                    </a:lnTo>
                    <a:close/>
                  </a:path>
                </a:pathLst>
              </a:custGeom>
              <a:solidFill>
                <a:schemeClr val="accent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EF649C9-96CE-047E-9440-177154C63F50}"/>
                  </a:ext>
                </a:extLst>
              </p:cNvPr>
              <p:cNvSpPr/>
              <p:nvPr/>
            </p:nvSpPr>
            <p:spPr>
              <a:xfrm>
                <a:off x="516591" y="647104"/>
                <a:ext cx="2247898" cy="56551"/>
              </a:xfrm>
              <a:custGeom>
                <a:avLst/>
                <a:gdLst>
                  <a:gd name="connsiteX0" fmla="*/ 1901923 w 2247898"/>
                  <a:gd name="connsiteY0" fmla="*/ 56457 h 56551"/>
                  <a:gd name="connsiteX1" fmla="*/ 2206630 w 2247898"/>
                  <a:gd name="connsiteY1" fmla="*/ 50669 h 56551"/>
                  <a:gd name="connsiteX2" fmla="*/ 2247873 w 2247898"/>
                  <a:gd name="connsiteY2" fmla="*/ 13853 h 56551"/>
                  <a:gd name="connsiteX3" fmla="*/ 2234728 w 2247898"/>
                  <a:gd name="connsiteY3" fmla="*/ 1233 h 56551"/>
                  <a:gd name="connsiteX4" fmla="*/ 1900589 w 2247898"/>
                  <a:gd name="connsiteY4" fmla="*/ 0 h 56551"/>
                  <a:gd name="connsiteX5" fmla="*/ 1273650 w 2247898"/>
                  <a:gd name="connsiteY5" fmla="*/ 6357 h 56551"/>
                  <a:gd name="connsiteX6" fmla="*/ 21390 w 2247898"/>
                  <a:gd name="connsiteY6" fmla="*/ 2562 h 56551"/>
                  <a:gd name="connsiteX7" fmla="*/ 149 w 2247898"/>
                  <a:gd name="connsiteY7" fmla="*/ 13948 h 56551"/>
                  <a:gd name="connsiteX8" fmla="*/ 6245 w 2247898"/>
                  <a:gd name="connsiteY8" fmla="*/ 39472 h 56551"/>
                  <a:gd name="connsiteX9" fmla="*/ 26533 w 2247898"/>
                  <a:gd name="connsiteY9" fmla="*/ 48771 h 56551"/>
                  <a:gd name="connsiteX10" fmla="*/ 1265173 w 2247898"/>
                  <a:gd name="connsiteY10" fmla="*/ 46968 h 56551"/>
                  <a:gd name="connsiteX11" fmla="*/ 1901924 w 2247898"/>
                  <a:gd name="connsiteY11" fmla="*/ 56551 h 56551"/>
                  <a:gd name="connsiteX12" fmla="*/ 1901924 w 2247898"/>
                  <a:gd name="connsiteY12" fmla="*/ 56551 h 56551"/>
                  <a:gd name="connsiteX13" fmla="*/ 1901924 w 2247898"/>
                  <a:gd name="connsiteY13" fmla="*/ 56457 h 5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47898" h="56551">
                    <a:moveTo>
                      <a:pt x="1901923" y="56457"/>
                    </a:moveTo>
                    <a:cubicBezTo>
                      <a:pt x="2002698" y="54179"/>
                      <a:pt x="2104330" y="52187"/>
                      <a:pt x="2206630" y="50669"/>
                    </a:cubicBezTo>
                    <a:cubicBezTo>
                      <a:pt x="2230156" y="50384"/>
                      <a:pt x="2245873" y="36056"/>
                      <a:pt x="2247873" y="13853"/>
                    </a:cubicBezTo>
                    <a:cubicBezTo>
                      <a:pt x="2248349" y="7021"/>
                      <a:pt x="2242253" y="1233"/>
                      <a:pt x="2234728" y="1233"/>
                    </a:cubicBezTo>
                    <a:lnTo>
                      <a:pt x="1900589" y="0"/>
                    </a:lnTo>
                    <a:cubicBezTo>
                      <a:pt x="1691609" y="16700"/>
                      <a:pt x="1482630" y="18692"/>
                      <a:pt x="1273650" y="6357"/>
                    </a:cubicBezTo>
                    <a:lnTo>
                      <a:pt x="21390" y="2562"/>
                    </a:lnTo>
                    <a:cubicBezTo>
                      <a:pt x="9007" y="2562"/>
                      <a:pt x="-1375" y="8160"/>
                      <a:pt x="149" y="13948"/>
                    </a:cubicBezTo>
                    <a:lnTo>
                      <a:pt x="6245" y="39472"/>
                    </a:lnTo>
                    <a:cubicBezTo>
                      <a:pt x="7483" y="45070"/>
                      <a:pt x="16151" y="48771"/>
                      <a:pt x="26533" y="48771"/>
                    </a:cubicBezTo>
                    <a:lnTo>
                      <a:pt x="1265173" y="46968"/>
                    </a:lnTo>
                    <a:cubicBezTo>
                      <a:pt x="1476629" y="32546"/>
                      <a:pt x="1688943" y="35582"/>
                      <a:pt x="1901924" y="56551"/>
                    </a:cubicBezTo>
                    <a:lnTo>
                      <a:pt x="1901924" y="56551"/>
                    </a:lnTo>
                    <a:lnTo>
                      <a:pt x="1901924" y="56457"/>
                    </a:ln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26DC255-D0C4-CE6D-2A0F-2A757B8D9E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15640" y="609600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6FE056-1AC1-BB94-30F3-EE44BDDABDB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4175760" y="611882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EB2A61-AC40-2F91-DCA2-08DF634920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695700" y="609600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9923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D471D17-F763-C1A6-E114-5D5A2C93F5B9}"/>
              </a:ext>
            </a:extLst>
          </p:cNvPr>
          <p:cNvSpPr/>
          <p:nvPr userDrawn="1"/>
        </p:nvSpPr>
        <p:spPr>
          <a:xfrm>
            <a:off x="0" y="6096000"/>
            <a:ext cx="6096001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76F1A-01F6-616D-199F-9E02AC2551FB}"/>
              </a:ext>
            </a:extLst>
          </p:cNvPr>
          <p:cNvSpPr/>
          <p:nvPr userDrawn="1"/>
        </p:nvSpPr>
        <p:spPr>
          <a:xfrm>
            <a:off x="6095998" y="2560320"/>
            <a:ext cx="6096001" cy="42976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7337A-EC94-296A-EC22-885787B00C20}"/>
              </a:ext>
            </a:extLst>
          </p:cNvPr>
          <p:cNvSpPr/>
          <p:nvPr userDrawn="1"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411480"/>
            <a:ext cx="11430000" cy="1645920"/>
          </a:xfrm>
        </p:spPr>
        <p:txBody>
          <a:bodyPr lIns="0" tIns="0" rIns="0" bIns="0" anchor="b" anchorCtr="0">
            <a:noAutofit/>
          </a:bodyPr>
          <a:lstStyle>
            <a:lvl1pPr algn="l">
              <a:defRPr sz="40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B610F9E-C699-B370-106D-17BDF99159B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30352" y="3017520"/>
            <a:ext cx="5181600" cy="2617451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A0C691-BA31-F98C-EFBE-A27B2B391F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0151" y="3017519"/>
            <a:ext cx="5260849" cy="3078479"/>
          </a:xfrm>
        </p:spPr>
        <p:txBody>
          <a:bodyPr tIns="45720" bIns="45720">
            <a:normAutofit/>
          </a:bodyPr>
          <a:lstStyle>
            <a:lvl1pPr marL="45720" indent="0">
              <a:buNone/>
              <a:defRPr sz="2400">
                <a:solidFill>
                  <a:schemeClr val="bg1"/>
                </a:solidFill>
              </a:defRPr>
            </a:lvl1pPr>
            <a:lvl2pPr>
              <a:buClrTx/>
              <a:defRPr sz="2000">
                <a:solidFill>
                  <a:schemeClr val="bg1"/>
                </a:solidFill>
              </a:defRPr>
            </a:lvl2pPr>
            <a:lvl3pPr>
              <a:buClrTx/>
              <a:defRPr sz="1800">
                <a:solidFill>
                  <a:schemeClr val="bg1"/>
                </a:solidFill>
              </a:defRPr>
            </a:lvl3pPr>
            <a:lvl4pPr>
              <a:buClrTx/>
              <a:defRPr sz="1600">
                <a:solidFill>
                  <a:schemeClr val="bg1"/>
                </a:solidFill>
              </a:defRPr>
            </a:lvl4pPr>
            <a:lvl5pPr>
              <a:buClrTx/>
              <a:defRPr sz="16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FBDC00-6EAF-6C67-99D5-4DA34806FE50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6099048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94BCB1-8FBC-AB32-B138-A912E42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CA9E34-B0CE-5B28-B4B0-E2959353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453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DB9B24-BCB9-43F0-06E4-89671329A6E6}"/>
              </a:ext>
            </a:extLst>
          </p:cNvPr>
          <p:cNvSpPr/>
          <p:nvPr userDrawn="1"/>
        </p:nvSpPr>
        <p:spPr>
          <a:xfrm>
            <a:off x="6081578" y="0"/>
            <a:ext cx="611042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248" y="1527048"/>
            <a:ext cx="5257800" cy="4187952"/>
          </a:xfrm>
        </p:spPr>
        <p:txBody>
          <a:bodyPr lIns="0" tIns="0" rIns="0" bIns="0" anchor="t" anchorCtr="0">
            <a:noAutofit/>
          </a:bodyPr>
          <a:lstStyle>
            <a:lvl1pPr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FAFC54D-0217-DF64-554E-547F9A9CA0A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4632" y="457200"/>
            <a:ext cx="5184648" cy="2304288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73C8E-E782-1D19-E1FC-426D3C9FD34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0352" y="3273552"/>
            <a:ext cx="5187649" cy="2350008"/>
          </a:xfrm>
        </p:spPr>
        <p:txBody>
          <a:bodyPr tIns="0" bIns="0">
            <a:normAutofit/>
          </a:bodyPr>
          <a:lstStyle>
            <a:lvl1pPr marL="347472" indent="-347472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749808" indent="-347472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2pPr>
            <a:lvl3pPr marL="1188720" indent="-347472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536192" indent="-347472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4pPr>
            <a:lvl5pPr marL="1920240" indent="-347472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E49B68-4165-33F8-B6DC-2EA1F9C89560}"/>
              </a:ext>
            </a:extLst>
          </p:cNvPr>
          <p:cNvSpPr/>
          <p:nvPr userDrawn="1"/>
        </p:nvSpPr>
        <p:spPr>
          <a:xfrm>
            <a:off x="1" y="6096000"/>
            <a:ext cx="6081577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95BE4A-3E73-906A-3F04-20F3B489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086E1E6-8939-6965-E9E7-75606774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8DCABC-882F-DC19-E7E3-47F84A660FBF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6081578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37E4305-14C9-018D-E409-0B8F52D2A338}"/>
              </a:ext>
            </a:extLst>
          </p:cNvPr>
          <p:cNvGrpSpPr/>
          <p:nvPr userDrawn="1"/>
        </p:nvGrpSpPr>
        <p:grpSpPr>
          <a:xfrm>
            <a:off x="8229600" y="5768164"/>
            <a:ext cx="3750609" cy="632636"/>
            <a:chOff x="8229600" y="5768164"/>
            <a:chExt cx="3750609" cy="632636"/>
          </a:xfrm>
        </p:grpSpPr>
        <p:grpSp>
          <p:nvGrpSpPr>
            <p:cNvPr id="18" name="Graphic 16">
              <a:extLst>
                <a:ext uri="{FF2B5EF4-FFF2-40B4-BE49-F238E27FC236}">
                  <a16:creationId xmlns:a16="http://schemas.microsoft.com/office/drawing/2014/main" id="{4290FB6A-A18A-AD46-DB8D-069CD8C2C1D8}"/>
                </a:ext>
              </a:extLst>
            </p:cNvPr>
            <p:cNvGrpSpPr/>
            <p:nvPr/>
          </p:nvGrpSpPr>
          <p:grpSpPr>
            <a:xfrm>
              <a:off x="9732311" y="5768164"/>
              <a:ext cx="2247898" cy="632636"/>
              <a:chOff x="516591" y="355997"/>
              <a:chExt cx="2247898" cy="632636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4B82DAA3-6E75-ABD2-1B01-AED8716443C0}"/>
                  </a:ext>
                </a:extLst>
              </p:cNvPr>
              <p:cNvSpPr/>
              <p:nvPr/>
            </p:nvSpPr>
            <p:spPr>
              <a:xfrm>
                <a:off x="1780781" y="355997"/>
                <a:ext cx="638403" cy="632636"/>
              </a:xfrm>
              <a:custGeom>
                <a:avLst/>
                <a:gdLst>
                  <a:gd name="connsiteX0" fmla="*/ 983 w 638403"/>
                  <a:gd name="connsiteY0" fmla="*/ 337885 h 632636"/>
                  <a:gd name="connsiteX1" fmla="*/ 245396 w 638403"/>
                  <a:gd name="connsiteY1" fmla="*/ 626337 h 632636"/>
                  <a:gd name="connsiteX2" fmla="*/ 635162 w 638403"/>
                  <a:gd name="connsiteY2" fmla="*/ 360278 h 632636"/>
                  <a:gd name="connsiteX3" fmla="*/ 638401 w 638403"/>
                  <a:gd name="connsiteY3" fmla="*/ 323652 h 632636"/>
                  <a:gd name="connsiteX4" fmla="*/ 636496 w 638403"/>
                  <a:gd name="connsiteY4" fmla="*/ 291012 h 632636"/>
                  <a:gd name="connsiteX5" fmla="*/ 317 w 638403"/>
                  <a:gd name="connsiteY5" fmla="*/ 297274 h 632636"/>
                  <a:gd name="connsiteX6" fmla="*/ 984 w 638403"/>
                  <a:gd name="connsiteY6" fmla="*/ 337885 h 632636"/>
                  <a:gd name="connsiteX7" fmla="*/ 984 w 638403"/>
                  <a:gd name="connsiteY7" fmla="*/ 337885 h 632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8403" h="632636">
                    <a:moveTo>
                      <a:pt x="983" y="337885"/>
                    </a:moveTo>
                    <a:cubicBezTo>
                      <a:pt x="24795" y="505263"/>
                      <a:pt x="106330" y="601383"/>
                      <a:pt x="245396" y="626337"/>
                    </a:cubicBezTo>
                    <a:cubicBezTo>
                      <a:pt x="439136" y="661160"/>
                      <a:pt x="594013" y="548721"/>
                      <a:pt x="635162" y="360278"/>
                    </a:cubicBezTo>
                    <a:cubicBezTo>
                      <a:pt x="635924" y="356672"/>
                      <a:pt x="638496" y="332097"/>
                      <a:pt x="638401" y="323652"/>
                    </a:cubicBezTo>
                    <a:cubicBezTo>
                      <a:pt x="638210" y="306098"/>
                      <a:pt x="636496" y="291012"/>
                      <a:pt x="636496" y="291012"/>
                    </a:cubicBezTo>
                    <a:cubicBezTo>
                      <a:pt x="585156" y="-105706"/>
                      <a:pt x="16223" y="-90239"/>
                      <a:pt x="317" y="297274"/>
                    </a:cubicBezTo>
                    <a:cubicBezTo>
                      <a:pt x="317" y="297274"/>
                      <a:pt x="-731" y="315872"/>
                      <a:pt x="984" y="337885"/>
                    </a:cubicBezTo>
                    <a:lnTo>
                      <a:pt x="984" y="337885"/>
                    </a:lnTo>
                    <a:close/>
                  </a:path>
                </a:pathLst>
              </a:custGeom>
              <a:solidFill>
                <a:schemeClr val="accent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A5F60A3-B995-EED7-CC81-BCD01621C28A}"/>
                  </a:ext>
                </a:extLst>
              </p:cNvPr>
              <p:cNvSpPr/>
              <p:nvPr/>
            </p:nvSpPr>
            <p:spPr>
              <a:xfrm>
                <a:off x="516591" y="647104"/>
                <a:ext cx="2247898" cy="56551"/>
              </a:xfrm>
              <a:custGeom>
                <a:avLst/>
                <a:gdLst>
                  <a:gd name="connsiteX0" fmla="*/ 1901923 w 2247898"/>
                  <a:gd name="connsiteY0" fmla="*/ 56457 h 56551"/>
                  <a:gd name="connsiteX1" fmla="*/ 2206630 w 2247898"/>
                  <a:gd name="connsiteY1" fmla="*/ 50669 h 56551"/>
                  <a:gd name="connsiteX2" fmla="*/ 2247873 w 2247898"/>
                  <a:gd name="connsiteY2" fmla="*/ 13853 h 56551"/>
                  <a:gd name="connsiteX3" fmla="*/ 2234728 w 2247898"/>
                  <a:gd name="connsiteY3" fmla="*/ 1233 h 56551"/>
                  <a:gd name="connsiteX4" fmla="*/ 1900589 w 2247898"/>
                  <a:gd name="connsiteY4" fmla="*/ 0 h 56551"/>
                  <a:gd name="connsiteX5" fmla="*/ 1273650 w 2247898"/>
                  <a:gd name="connsiteY5" fmla="*/ 6357 h 56551"/>
                  <a:gd name="connsiteX6" fmla="*/ 21390 w 2247898"/>
                  <a:gd name="connsiteY6" fmla="*/ 2562 h 56551"/>
                  <a:gd name="connsiteX7" fmla="*/ 149 w 2247898"/>
                  <a:gd name="connsiteY7" fmla="*/ 13948 h 56551"/>
                  <a:gd name="connsiteX8" fmla="*/ 6245 w 2247898"/>
                  <a:gd name="connsiteY8" fmla="*/ 39472 h 56551"/>
                  <a:gd name="connsiteX9" fmla="*/ 26533 w 2247898"/>
                  <a:gd name="connsiteY9" fmla="*/ 48771 h 56551"/>
                  <a:gd name="connsiteX10" fmla="*/ 1265173 w 2247898"/>
                  <a:gd name="connsiteY10" fmla="*/ 46968 h 56551"/>
                  <a:gd name="connsiteX11" fmla="*/ 1901924 w 2247898"/>
                  <a:gd name="connsiteY11" fmla="*/ 56551 h 56551"/>
                  <a:gd name="connsiteX12" fmla="*/ 1901924 w 2247898"/>
                  <a:gd name="connsiteY12" fmla="*/ 56551 h 56551"/>
                  <a:gd name="connsiteX13" fmla="*/ 1901924 w 2247898"/>
                  <a:gd name="connsiteY13" fmla="*/ 56457 h 5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47898" h="56551">
                    <a:moveTo>
                      <a:pt x="1901923" y="56457"/>
                    </a:moveTo>
                    <a:cubicBezTo>
                      <a:pt x="2002698" y="54179"/>
                      <a:pt x="2104330" y="52187"/>
                      <a:pt x="2206630" y="50669"/>
                    </a:cubicBezTo>
                    <a:cubicBezTo>
                      <a:pt x="2230156" y="50384"/>
                      <a:pt x="2245873" y="36056"/>
                      <a:pt x="2247873" y="13853"/>
                    </a:cubicBezTo>
                    <a:cubicBezTo>
                      <a:pt x="2248349" y="7021"/>
                      <a:pt x="2242253" y="1233"/>
                      <a:pt x="2234728" y="1233"/>
                    </a:cubicBezTo>
                    <a:lnTo>
                      <a:pt x="1900589" y="0"/>
                    </a:lnTo>
                    <a:cubicBezTo>
                      <a:pt x="1691609" y="16700"/>
                      <a:pt x="1482630" y="18692"/>
                      <a:pt x="1273650" y="6357"/>
                    </a:cubicBezTo>
                    <a:lnTo>
                      <a:pt x="21390" y="2562"/>
                    </a:lnTo>
                    <a:cubicBezTo>
                      <a:pt x="9007" y="2562"/>
                      <a:pt x="-1375" y="8160"/>
                      <a:pt x="149" y="13948"/>
                    </a:cubicBezTo>
                    <a:lnTo>
                      <a:pt x="6245" y="39472"/>
                    </a:lnTo>
                    <a:cubicBezTo>
                      <a:pt x="7483" y="45070"/>
                      <a:pt x="16151" y="48771"/>
                      <a:pt x="26533" y="48771"/>
                    </a:cubicBezTo>
                    <a:lnTo>
                      <a:pt x="1265173" y="46968"/>
                    </a:lnTo>
                    <a:cubicBezTo>
                      <a:pt x="1476629" y="32546"/>
                      <a:pt x="1688943" y="35582"/>
                      <a:pt x="1901924" y="56551"/>
                    </a:cubicBezTo>
                    <a:lnTo>
                      <a:pt x="1901924" y="56551"/>
                    </a:lnTo>
                    <a:lnTo>
                      <a:pt x="1901924" y="56457"/>
                    </a:ln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A514D2B-279C-DAE4-0520-4CBE5CED6D53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9189720" y="6021767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681E935-45D1-A9B3-D15E-12975FC0C4B8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8229600" y="6024049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3F6AE22-59FC-D70A-9414-FBD054A9B9E9}"/>
                </a:ext>
              </a:extLst>
            </p:cNvPr>
            <p:cNvSpPr>
              <a:spLocks noChangeAspect="1"/>
            </p:cNvSpPr>
            <p:nvPr userDrawn="1"/>
          </p:nvSpPr>
          <p:spPr>
            <a:xfrm flipH="1">
              <a:off x="8709660" y="6021767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487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A0A4E6-7970-BDE5-78BB-75E86B0CF85A}"/>
              </a:ext>
            </a:extLst>
          </p:cNvPr>
          <p:cNvSpPr/>
          <p:nvPr userDrawn="1"/>
        </p:nvSpPr>
        <p:spPr>
          <a:xfrm>
            <a:off x="0" y="6263"/>
            <a:ext cx="7450402" cy="68517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2499194"/>
            <a:ext cx="6464808" cy="3840480"/>
          </a:xfrm>
        </p:spPr>
        <p:txBody>
          <a:bodyPr lIns="0" tIns="0" rIns="0" bIns="0" anchor="b" anchorCtr="0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93D5A-F8B8-8C2B-FCAE-05ED2FCE8F54}"/>
              </a:ext>
            </a:extLst>
          </p:cNvPr>
          <p:cNvSpPr/>
          <p:nvPr userDrawn="1"/>
        </p:nvSpPr>
        <p:spPr>
          <a:xfrm>
            <a:off x="0" y="6263"/>
            <a:ext cx="12188952" cy="12542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FC68E0-D9CA-4632-6C16-A37FF1C296C0}"/>
              </a:ext>
            </a:extLst>
          </p:cNvPr>
          <p:cNvCxnSpPr>
            <a:cxnSpLocks/>
          </p:cNvCxnSpPr>
          <p:nvPr userDrawn="1"/>
        </p:nvCxnSpPr>
        <p:spPr>
          <a:xfrm>
            <a:off x="0" y="1252728"/>
            <a:ext cx="12188952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775A23F-BECF-11F7-0296-411179417D7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42654" y="1752600"/>
            <a:ext cx="3753001" cy="4572000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7" name="Graphic 16">
            <a:extLst>
              <a:ext uri="{FF2B5EF4-FFF2-40B4-BE49-F238E27FC236}">
                <a16:creationId xmlns:a16="http://schemas.microsoft.com/office/drawing/2014/main" id="{DA33DA21-E511-612E-A925-1BD25A1CC5F7}"/>
              </a:ext>
            </a:extLst>
          </p:cNvPr>
          <p:cNvGrpSpPr/>
          <p:nvPr/>
        </p:nvGrpSpPr>
        <p:grpSpPr>
          <a:xfrm flipH="1">
            <a:off x="529167" y="1729564"/>
            <a:ext cx="2247898" cy="632636"/>
            <a:chOff x="516591" y="355997"/>
            <a:chExt cx="2247898" cy="632636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A55E5B9-5B7C-3ED3-97DB-94732D570973}"/>
                </a:ext>
              </a:extLst>
            </p:cNvPr>
            <p:cNvSpPr/>
            <p:nvPr/>
          </p:nvSpPr>
          <p:spPr>
            <a:xfrm>
              <a:off x="1780781" y="355997"/>
              <a:ext cx="638403" cy="632636"/>
            </a:xfrm>
            <a:custGeom>
              <a:avLst/>
              <a:gdLst>
                <a:gd name="connsiteX0" fmla="*/ 983 w 638403"/>
                <a:gd name="connsiteY0" fmla="*/ 337885 h 632636"/>
                <a:gd name="connsiteX1" fmla="*/ 245396 w 638403"/>
                <a:gd name="connsiteY1" fmla="*/ 626337 h 632636"/>
                <a:gd name="connsiteX2" fmla="*/ 635162 w 638403"/>
                <a:gd name="connsiteY2" fmla="*/ 360278 h 632636"/>
                <a:gd name="connsiteX3" fmla="*/ 638401 w 638403"/>
                <a:gd name="connsiteY3" fmla="*/ 323652 h 632636"/>
                <a:gd name="connsiteX4" fmla="*/ 636496 w 638403"/>
                <a:gd name="connsiteY4" fmla="*/ 291012 h 632636"/>
                <a:gd name="connsiteX5" fmla="*/ 317 w 638403"/>
                <a:gd name="connsiteY5" fmla="*/ 297274 h 632636"/>
                <a:gd name="connsiteX6" fmla="*/ 984 w 638403"/>
                <a:gd name="connsiteY6" fmla="*/ 337885 h 632636"/>
                <a:gd name="connsiteX7" fmla="*/ 984 w 638403"/>
                <a:gd name="connsiteY7" fmla="*/ 337885 h 63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403" h="632636">
                  <a:moveTo>
                    <a:pt x="983" y="337885"/>
                  </a:moveTo>
                  <a:cubicBezTo>
                    <a:pt x="24795" y="505263"/>
                    <a:pt x="106330" y="601383"/>
                    <a:pt x="245396" y="626337"/>
                  </a:cubicBezTo>
                  <a:cubicBezTo>
                    <a:pt x="439136" y="661160"/>
                    <a:pt x="594013" y="548721"/>
                    <a:pt x="635162" y="360278"/>
                  </a:cubicBezTo>
                  <a:cubicBezTo>
                    <a:pt x="635924" y="356672"/>
                    <a:pt x="638496" y="332097"/>
                    <a:pt x="638401" y="323652"/>
                  </a:cubicBezTo>
                  <a:cubicBezTo>
                    <a:pt x="638210" y="306098"/>
                    <a:pt x="636496" y="291012"/>
                    <a:pt x="636496" y="291012"/>
                  </a:cubicBezTo>
                  <a:cubicBezTo>
                    <a:pt x="585156" y="-105706"/>
                    <a:pt x="16223" y="-90239"/>
                    <a:pt x="317" y="297274"/>
                  </a:cubicBezTo>
                  <a:cubicBezTo>
                    <a:pt x="317" y="297274"/>
                    <a:pt x="-731" y="315872"/>
                    <a:pt x="984" y="337885"/>
                  </a:cubicBezTo>
                  <a:lnTo>
                    <a:pt x="984" y="337885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1AA5AA3-18B0-C0D3-2AED-133F81E30A53}"/>
                </a:ext>
              </a:extLst>
            </p:cNvPr>
            <p:cNvSpPr/>
            <p:nvPr/>
          </p:nvSpPr>
          <p:spPr>
            <a:xfrm>
              <a:off x="516591" y="647104"/>
              <a:ext cx="2247898" cy="56551"/>
            </a:xfrm>
            <a:custGeom>
              <a:avLst/>
              <a:gdLst>
                <a:gd name="connsiteX0" fmla="*/ 1901923 w 2247898"/>
                <a:gd name="connsiteY0" fmla="*/ 56457 h 56551"/>
                <a:gd name="connsiteX1" fmla="*/ 2206630 w 2247898"/>
                <a:gd name="connsiteY1" fmla="*/ 50669 h 56551"/>
                <a:gd name="connsiteX2" fmla="*/ 2247873 w 2247898"/>
                <a:gd name="connsiteY2" fmla="*/ 13853 h 56551"/>
                <a:gd name="connsiteX3" fmla="*/ 2234728 w 2247898"/>
                <a:gd name="connsiteY3" fmla="*/ 1233 h 56551"/>
                <a:gd name="connsiteX4" fmla="*/ 1900589 w 2247898"/>
                <a:gd name="connsiteY4" fmla="*/ 0 h 56551"/>
                <a:gd name="connsiteX5" fmla="*/ 1273650 w 2247898"/>
                <a:gd name="connsiteY5" fmla="*/ 6357 h 56551"/>
                <a:gd name="connsiteX6" fmla="*/ 21390 w 2247898"/>
                <a:gd name="connsiteY6" fmla="*/ 2562 h 56551"/>
                <a:gd name="connsiteX7" fmla="*/ 149 w 2247898"/>
                <a:gd name="connsiteY7" fmla="*/ 13948 h 56551"/>
                <a:gd name="connsiteX8" fmla="*/ 6245 w 2247898"/>
                <a:gd name="connsiteY8" fmla="*/ 39472 h 56551"/>
                <a:gd name="connsiteX9" fmla="*/ 26533 w 2247898"/>
                <a:gd name="connsiteY9" fmla="*/ 48771 h 56551"/>
                <a:gd name="connsiteX10" fmla="*/ 1265173 w 2247898"/>
                <a:gd name="connsiteY10" fmla="*/ 46968 h 56551"/>
                <a:gd name="connsiteX11" fmla="*/ 1901924 w 2247898"/>
                <a:gd name="connsiteY11" fmla="*/ 56551 h 56551"/>
                <a:gd name="connsiteX12" fmla="*/ 1901924 w 2247898"/>
                <a:gd name="connsiteY12" fmla="*/ 56551 h 56551"/>
                <a:gd name="connsiteX13" fmla="*/ 1901924 w 2247898"/>
                <a:gd name="connsiteY13" fmla="*/ 56457 h 5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47898" h="56551">
                  <a:moveTo>
                    <a:pt x="1901923" y="56457"/>
                  </a:moveTo>
                  <a:cubicBezTo>
                    <a:pt x="2002698" y="54179"/>
                    <a:pt x="2104330" y="52187"/>
                    <a:pt x="2206630" y="50669"/>
                  </a:cubicBezTo>
                  <a:cubicBezTo>
                    <a:pt x="2230156" y="50384"/>
                    <a:pt x="2245873" y="36056"/>
                    <a:pt x="2247873" y="13853"/>
                  </a:cubicBezTo>
                  <a:cubicBezTo>
                    <a:pt x="2248349" y="7021"/>
                    <a:pt x="2242253" y="1233"/>
                    <a:pt x="2234728" y="1233"/>
                  </a:cubicBezTo>
                  <a:lnTo>
                    <a:pt x="1900589" y="0"/>
                  </a:lnTo>
                  <a:cubicBezTo>
                    <a:pt x="1691609" y="16700"/>
                    <a:pt x="1482630" y="18692"/>
                    <a:pt x="1273650" y="6357"/>
                  </a:cubicBezTo>
                  <a:lnTo>
                    <a:pt x="21390" y="2562"/>
                  </a:lnTo>
                  <a:cubicBezTo>
                    <a:pt x="9007" y="2562"/>
                    <a:pt x="-1375" y="8160"/>
                    <a:pt x="149" y="13948"/>
                  </a:cubicBezTo>
                  <a:lnTo>
                    <a:pt x="6245" y="39472"/>
                  </a:lnTo>
                  <a:cubicBezTo>
                    <a:pt x="7483" y="45070"/>
                    <a:pt x="16151" y="48771"/>
                    <a:pt x="26533" y="48771"/>
                  </a:cubicBezTo>
                  <a:lnTo>
                    <a:pt x="1265173" y="46968"/>
                  </a:lnTo>
                  <a:cubicBezTo>
                    <a:pt x="1476629" y="32546"/>
                    <a:pt x="1688943" y="35582"/>
                    <a:pt x="1901924" y="56551"/>
                  </a:cubicBezTo>
                  <a:lnTo>
                    <a:pt x="1901924" y="56551"/>
                  </a:lnTo>
                  <a:lnTo>
                    <a:pt x="1901924" y="56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34E22E86-19B4-9281-CF01-615546414760}"/>
              </a:ext>
            </a:extLst>
          </p:cNvPr>
          <p:cNvSpPr>
            <a:spLocks noChangeAspect="1"/>
          </p:cNvSpPr>
          <p:nvPr userDrawn="1"/>
        </p:nvSpPr>
        <p:spPr>
          <a:xfrm>
            <a:off x="3228216" y="1983167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EBFE65-FEBC-6D4F-31C1-24E77FA45BC7}"/>
              </a:ext>
            </a:extLst>
          </p:cNvPr>
          <p:cNvSpPr>
            <a:spLocks noChangeAspect="1"/>
          </p:cNvSpPr>
          <p:nvPr userDrawn="1"/>
        </p:nvSpPr>
        <p:spPr>
          <a:xfrm>
            <a:off x="4188336" y="1985449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A6CD95-CE47-0B81-9DD7-19CA34568687}"/>
              </a:ext>
            </a:extLst>
          </p:cNvPr>
          <p:cNvSpPr>
            <a:spLocks noChangeAspect="1"/>
          </p:cNvSpPr>
          <p:nvPr userDrawn="1"/>
        </p:nvSpPr>
        <p:spPr>
          <a:xfrm>
            <a:off x="3708276" y="1983167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13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D471D17-F763-C1A6-E114-5D5A2C93F5B9}"/>
              </a:ext>
            </a:extLst>
          </p:cNvPr>
          <p:cNvSpPr/>
          <p:nvPr userDrawn="1"/>
        </p:nvSpPr>
        <p:spPr>
          <a:xfrm>
            <a:off x="0" y="6096000"/>
            <a:ext cx="6096001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76F1A-01F6-616D-199F-9E02AC2551FB}"/>
              </a:ext>
            </a:extLst>
          </p:cNvPr>
          <p:cNvSpPr/>
          <p:nvPr userDrawn="1"/>
        </p:nvSpPr>
        <p:spPr>
          <a:xfrm>
            <a:off x="6095998" y="2560320"/>
            <a:ext cx="6096001" cy="42976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7337A-EC94-296A-EC22-885787B00C20}"/>
              </a:ext>
            </a:extLst>
          </p:cNvPr>
          <p:cNvSpPr/>
          <p:nvPr userDrawn="1"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411480"/>
            <a:ext cx="11277600" cy="1645919"/>
          </a:xfrm>
        </p:spPr>
        <p:txBody>
          <a:bodyPr lIns="0" tIns="0" rIns="0" bIns="0" anchor="b" anchorCtr="0">
            <a:noAutofit/>
          </a:bodyPr>
          <a:lstStyle>
            <a:lvl1pPr algn="l">
              <a:defRPr sz="40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B610F9E-C699-B370-106D-17BDF99159B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" y="3048000"/>
            <a:ext cx="5175504" cy="2590799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>
            <a:noFill/>
          </a:ln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3200" y="3017520"/>
            <a:ext cx="5257800" cy="3051048"/>
          </a:xfrm>
        </p:spPr>
        <p:txBody>
          <a:bodyPr lIns="0" tIns="0" rIns="0" bIns="0" anchor="t">
            <a:normAutofit/>
          </a:bodyPr>
          <a:lstStyle>
            <a:lvl1pPr marL="342900" indent="-342900" algn="l">
              <a:spcBef>
                <a:spcPts val="1200"/>
              </a:spcBef>
              <a:buClr>
                <a:schemeClr val="bg1"/>
              </a:buClr>
              <a:buFont typeface="Wingdings" pitchFamily="2" charset="2"/>
              <a:buChar char="§"/>
              <a:defRPr sz="2000" cap="none" baseline="0">
                <a:solidFill>
                  <a:schemeClr val="bg1"/>
                </a:solidFill>
              </a:defRPr>
            </a:lvl1pPr>
            <a:lvl2pPr marL="742950" indent="-285750">
              <a:spcBef>
                <a:spcPts val="1200"/>
              </a:spcBef>
              <a:buClr>
                <a:schemeClr val="bg1"/>
              </a:buClr>
              <a:buFont typeface="Wingdings" pitchFamily="2" charset="2"/>
              <a:buChar char="§"/>
              <a:defRPr sz="1600">
                <a:solidFill>
                  <a:schemeClr val="bg1"/>
                </a:solidFill>
              </a:defRPr>
            </a:lvl2pPr>
            <a:lvl3pPr marL="1200150" indent="-285750">
              <a:spcBef>
                <a:spcPts val="1200"/>
              </a:spcBef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3pPr>
            <a:lvl4pPr marL="1657350" indent="-285750">
              <a:spcBef>
                <a:spcPts val="1200"/>
              </a:spcBef>
              <a:buClr>
                <a:schemeClr val="bg1"/>
              </a:buClr>
              <a:buFont typeface="Wingdings" pitchFamily="2" charset="2"/>
              <a:buChar char="§"/>
              <a:defRPr sz="1200">
                <a:solidFill>
                  <a:schemeClr val="bg1"/>
                </a:solidFill>
              </a:defRPr>
            </a:lvl4pPr>
            <a:lvl5pPr marL="2114550" indent="-285750">
              <a:spcBef>
                <a:spcPts val="1200"/>
              </a:spcBef>
              <a:buClr>
                <a:schemeClr val="bg1"/>
              </a:buClr>
              <a:buFont typeface="Wingdings" pitchFamily="2" charset="2"/>
              <a:buChar char="§"/>
              <a:defRPr sz="1200">
                <a:solidFill>
                  <a:schemeClr val="bg1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FBDC00-6EAF-6C67-99D5-4DA34806FE50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6099048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94BCB1-8FBC-AB32-B138-A912E42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CA9E34-B0CE-5B28-B4B0-E2959353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C08CE7-47AF-369A-9577-5F44CACDE745}"/>
              </a:ext>
            </a:extLst>
          </p:cNvPr>
          <p:cNvSpPr/>
          <p:nvPr userDrawn="1"/>
        </p:nvSpPr>
        <p:spPr>
          <a:xfrm>
            <a:off x="0" y="2560320"/>
            <a:ext cx="6095999" cy="42976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471D17-F763-C1A6-E114-5D5A2C93F5B9}"/>
              </a:ext>
            </a:extLst>
          </p:cNvPr>
          <p:cNvSpPr/>
          <p:nvPr userDrawn="1"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7337A-EC94-296A-EC22-885787B00C20}"/>
              </a:ext>
            </a:extLst>
          </p:cNvPr>
          <p:cNvSpPr/>
          <p:nvPr userDrawn="1"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411480"/>
            <a:ext cx="10533113" cy="1645920"/>
          </a:xfrm>
        </p:spPr>
        <p:txBody>
          <a:bodyPr lIns="0" tIns="0" rIns="0" bIns="0" anchor="b" anchorCtr="0">
            <a:noAutofit/>
          </a:bodyPr>
          <a:lstStyle>
            <a:lvl1pPr algn="l">
              <a:defRPr sz="40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2D15D8-C5E4-994C-132F-9BCBEFEF989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352" y="2971800"/>
            <a:ext cx="5056632" cy="2670048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C2D335-9BC4-206F-6675-3BC8BA6AECC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3200" y="2971800"/>
            <a:ext cx="5056632" cy="2670048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FBDC00-6EAF-6C67-99D5-4DA34806FE50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12192000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94BCB1-8FBC-AB32-B138-A912E42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CA9E34-B0CE-5B28-B4B0-E2959353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aphic 16">
            <a:extLst>
              <a:ext uri="{FF2B5EF4-FFF2-40B4-BE49-F238E27FC236}">
                <a16:creationId xmlns:a16="http://schemas.microsoft.com/office/drawing/2014/main" id="{27AED226-E6CE-B07C-9183-8F8DE486E3C2}"/>
              </a:ext>
            </a:extLst>
          </p:cNvPr>
          <p:cNvGrpSpPr/>
          <p:nvPr userDrawn="1"/>
        </p:nvGrpSpPr>
        <p:grpSpPr>
          <a:xfrm rot="5400000" flipH="1">
            <a:off x="10607041" y="1022650"/>
            <a:ext cx="1998009" cy="562309"/>
            <a:chOff x="516591" y="355997"/>
            <a:chExt cx="2247898" cy="63263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050F9D0-FBF4-AB51-0DC0-0EE413FBD421}"/>
                </a:ext>
              </a:extLst>
            </p:cNvPr>
            <p:cNvSpPr/>
            <p:nvPr/>
          </p:nvSpPr>
          <p:spPr>
            <a:xfrm>
              <a:off x="1780781" y="355997"/>
              <a:ext cx="638403" cy="632636"/>
            </a:xfrm>
            <a:custGeom>
              <a:avLst/>
              <a:gdLst>
                <a:gd name="connsiteX0" fmla="*/ 983 w 638403"/>
                <a:gd name="connsiteY0" fmla="*/ 337885 h 632636"/>
                <a:gd name="connsiteX1" fmla="*/ 245396 w 638403"/>
                <a:gd name="connsiteY1" fmla="*/ 626337 h 632636"/>
                <a:gd name="connsiteX2" fmla="*/ 635162 w 638403"/>
                <a:gd name="connsiteY2" fmla="*/ 360278 h 632636"/>
                <a:gd name="connsiteX3" fmla="*/ 638401 w 638403"/>
                <a:gd name="connsiteY3" fmla="*/ 323652 h 632636"/>
                <a:gd name="connsiteX4" fmla="*/ 636496 w 638403"/>
                <a:gd name="connsiteY4" fmla="*/ 291012 h 632636"/>
                <a:gd name="connsiteX5" fmla="*/ 317 w 638403"/>
                <a:gd name="connsiteY5" fmla="*/ 297274 h 632636"/>
                <a:gd name="connsiteX6" fmla="*/ 984 w 638403"/>
                <a:gd name="connsiteY6" fmla="*/ 337885 h 632636"/>
                <a:gd name="connsiteX7" fmla="*/ 984 w 638403"/>
                <a:gd name="connsiteY7" fmla="*/ 337885 h 63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403" h="632636">
                  <a:moveTo>
                    <a:pt x="983" y="337885"/>
                  </a:moveTo>
                  <a:cubicBezTo>
                    <a:pt x="24795" y="505263"/>
                    <a:pt x="106330" y="601383"/>
                    <a:pt x="245396" y="626337"/>
                  </a:cubicBezTo>
                  <a:cubicBezTo>
                    <a:pt x="439136" y="661160"/>
                    <a:pt x="594013" y="548721"/>
                    <a:pt x="635162" y="360278"/>
                  </a:cubicBezTo>
                  <a:cubicBezTo>
                    <a:pt x="635924" y="356672"/>
                    <a:pt x="638496" y="332097"/>
                    <a:pt x="638401" y="323652"/>
                  </a:cubicBezTo>
                  <a:cubicBezTo>
                    <a:pt x="638210" y="306098"/>
                    <a:pt x="636496" y="291012"/>
                    <a:pt x="636496" y="291012"/>
                  </a:cubicBezTo>
                  <a:cubicBezTo>
                    <a:pt x="585156" y="-105706"/>
                    <a:pt x="16223" y="-90239"/>
                    <a:pt x="317" y="297274"/>
                  </a:cubicBezTo>
                  <a:cubicBezTo>
                    <a:pt x="317" y="297274"/>
                    <a:pt x="-731" y="315872"/>
                    <a:pt x="984" y="337885"/>
                  </a:cubicBezTo>
                  <a:lnTo>
                    <a:pt x="984" y="337885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52934F-FBD7-B8DB-378A-B4AE40936F7F}"/>
                </a:ext>
              </a:extLst>
            </p:cNvPr>
            <p:cNvSpPr/>
            <p:nvPr/>
          </p:nvSpPr>
          <p:spPr>
            <a:xfrm>
              <a:off x="516591" y="647104"/>
              <a:ext cx="2247898" cy="56551"/>
            </a:xfrm>
            <a:custGeom>
              <a:avLst/>
              <a:gdLst>
                <a:gd name="connsiteX0" fmla="*/ 1901923 w 2247898"/>
                <a:gd name="connsiteY0" fmla="*/ 56457 h 56551"/>
                <a:gd name="connsiteX1" fmla="*/ 2206630 w 2247898"/>
                <a:gd name="connsiteY1" fmla="*/ 50669 h 56551"/>
                <a:gd name="connsiteX2" fmla="*/ 2247873 w 2247898"/>
                <a:gd name="connsiteY2" fmla="*/ 13853 h 56551"/>
                <a:gd name="connsiteX3" fmla="*/ 2234728 w 2247898"/>
                <a:gd name="connsiteY3" fmla="*/ 1233 h 56551"/>
                <a:gd name="connsiteX4" fmla="*/ 1900589 w 2247898"/>
                <a:gd name="connsiteY4" fmla="*/ 0 h 56551"/>
                <a:gd name="connsiteX5" fmla="*/ 1273650 w 2247898"/>
                <a:gd name="connsiteY5" fmla="*/ 6357 h 56551"/>
                <a:gd name="connsiteX6" fmla="*/ 21390 w 2247898"/>
                <a:gd name="connsiteY6" fmla="*/ 2562 h 56551"/>
                <a:gd name="connsiteX7" fmla="*/ 149 w 2247898"/>
                <a:gd name="connsiteY7" fmla="*/ 13948 h 56551"/>
                <a:gd name="connsiteX8" fmla="*/ 6245 w 2247898"/>
                <a:gd name="connsiteY8" fmla="*/ 39472 h 56551"/>
                <a:gd name="connsiteX9" fmla="*/ 26533 w 2247898"/>
                <a:gd name="connsiteY9" fmla="*/ 48771 h 56551"/>
                <a:gd name="connsiteX10" fmla="*/ 1265173 w 2247898"/>
                <a:gd name="connsiteY10" fmla="*/ 46968 h 56551"/>
                <a:gd name="connsiteX11" fmla="*/ 1901924 w 2247898"/>
                <a:gd name="connsiteY11" fmla="*/ 56551 h 56551"/>
                <a:gd name="connsiteX12" fmla="*/ 1901924 w 2247898"/>
                <a:gd name="connsiteY12" fmla="*/ 56551 h 56551"/>
                <a:gd name="connsiteX13" fmla="*/ 1901924 w 2247898"/>
                <a:gd name="connsiteY13" fmla="*/ 56457 h 5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47898" h="56551">
                  <a:moveTo>
                    <a:pt x="1901923" y="56457"/>
                  </a:moveTo>
                  <a:cubicBezTo>
                    <a:pt x="2002698" y="54179"/>
                    <a:pt x="2104330" y="52187"/>
                    <a:pt x="2206630" y="50669"/>
                  </a:cubicBezTo>
                  <a:cubicBezTo>
                    <a:pt x="2230156" y="50384"/>
                    <a:pt x="2245873" y="36056"/>
                    <a:pt x="2247873" y="13853"/>
                  </a:cubicBezTo>
                  <a:cubicBezTo>
                    <a:pt x="2248349" y="7021"/>
                    <a:pt x="2242253" y="1233"/>
                    <a:pt x="2234728" y="1233"/>
                  </a:cubicBezTo>
                  <a:lnTo>
                    <a:pt x="1900589" y="0"/>
                  </a:lnTo>
                  <a:cubicBezTo>
                    <a:pt x="1691609" y="16700"/>
                    <a:pt x="1482630" y="18692"/>
                    <a:pt x="1273650" y="6357"/>
                  </a:cubicBezTo>
                  <a:lnTo>
                    <a:pt x="21390" y="2562"/>
                  </a:lnTo>
                  <a:cubicBezTo>
                    <a:pt x="9007" y="2562"/>
                    <a:pt x="-1375" y="8160"/>
                    <a:pt x="149" y="13948"/>
                  </a:cubicBezTo>
                  <a:lnTo>
                    <a:pt x="6245" y="39472"/>
                  </a:lnTo>
                  <a:cubicBezTo>
                    <a:pt x="7483" y="45070"/>
                    <a:pt x="16151" y="48771"/>
                    <a:pt x="26533" y="48771"/>
                  </a:cubicBezTo>
                  <a:lnTo>
                    <a:pt x="1265173" y="46968"/>
                  </a:lnTo>
                  <a:cubicBezTo>
                    <a:pt x="1476629" y="32546"/>
                    <a:pt x="1688943" y="35582"/>
                    <a:pt x="1901924" y="56551"/>
                  </a:cubicBezTo>
                  <a:lnTo>
                    <a:pt x="1901924" y="56551"/>
                  </a:lnTo>
                  <a:lnTo>
                    <a:pt x="1901924" y="56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4026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D471D17-F763-C1A6-E114-5D5A2C93F5B9}"/>
              </a:ext>
            </a:extLst>
          </p:cNvPr>
          <p:cNvSpPr/>
          <p:nvPr userDrawn="1"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7337A-EC94-296A-EC22-885787B00C20}"/>
              </a:ext>
            </a:extLst>
          </p:cNvPr>
          <p:cNvSpPr/>
          <p:nvPr userDrawn="1"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411480"/>
            <a:ext cx="10533113" cy="1645920"/>
          </a:xfrm>
        </p:spPr>
        <p:txBody>
          <a:bodyPr lIns="0" tIns="0" rIns="0" bIns="0" anchor="b" anchorCtr="0">
            <a:noAutofit/>
          </a:bodyPr>
          <a:lstStyle>
            <a:lvl1pPr algn="l">
              <a:defRPr sz="40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2D15D8-C5E4-994C-132F-9BCBEFEF989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352" y="2971800"/>
            <a:ext cx="3584448" cy="2670048"/>
          </a:xfrm>
        </p:spPr>
        <p:txBody>
          <a:bodyPr tIns="45720">
            <a:normAutofit/>
          </a:bodyPr>
          <a:lstStyle>
            <a:lvl1pPr>
              <a:spcBef>
                <a:spcPts val="12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C2D335-9BC4-206F-6675-3BC8BA6AECC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45152" y="2971800"/>
            <a:ext cx="6931152" cy="2670048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FBDC00-6EAF-6C67-99D5-4DA34806FE50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12192000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94BCB1-8FBC-AB32-B138-A912E42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CA9E34-B0CE-5B28-B4B0-E2959353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aphic 16">
            <a:extLst>
              <a:ext uri="{FF2B5EF4-FFF2-40B4-BE49-F238E27FC236}">
                <a16:creationId xmlns:a16="http://schemas.microsoft.com/office/drawing/2014/main" id="{27AED226-E6CE-B07C-9183-8F8DE486E3C2}"/>
              </a:ext>
            </a:extLst>
          </p:cNvPr>
          <p:cNvGrpSpPr/>
          <p:nvPr userDrawn="1"/>
        </p:nvGrpSpPr>
        <p:grpSpPr>
          <a:xfrm rot="5400000" flipH="1">
            <a:off x="10607041" y="1022650"/>
            <a:ext cx="1998009" cy="562309"/>
            <a:chOff x="516591" y="355997"/>
            <a:chExt cx="2247898" cy="63263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050F9D0-FBF4-AB51-0DC0-0EE413FBD421}"/>
                </a:ext>
              </a:extLst>
            </p:cNvPr>
            <p:cNvSpPr/>
            <p:nvPr/>
          </p:nvSpPr>
          <p:spPr>
            <a:xfrm>
              <a:off x="1780781" y="355997"/>
              <a:ext cx="638403" cy="632636"/>
            </a:xfrm>
            <a:custGeom>
              <a:avLst/>
              <a:gdLst>
                <a:gd name="connsiteX0" fmla="*/ 983 w 638403"/>
                <a:gd name="connsiteY0" fmla="*/ 337885 h 632636"/>
                <a:gd name="connsiteX1" fmla="*/ 245396 w 638403"/>
                <a:gd name="connsiteY1" fmla="*/ 626337 h 632636"/>
                <a:gd name="connsiteX2" fmla="*/ 635162 w 638403"/>
                <a:gd name="connsiteY2" fmla="*/ 360278 h 632636"/>
                <a:gd name="connsiteX3" fmla="*/ 638401 w 638403"/>
                <a:gd name="connsiteY3" fmla="*/ 323652 h 632636"/>
                <a:gd name="connsiteX4" fmla="*/ 636496 w 638403"/>
                <a:gd name="connsiteY4" fmla="*/ 291012 h 632636"/>
                <a:gd name="connsiteX5" fmla="*/ 317 w 638403"/>
                <a:gd name="connsiteY5" fmla="*/ 297274 h 632636"/>
                <a:gd name="connsiteX6" fmla="*/ 984 w 638403"/>
                <a:gd name="connsiteY6" fmla="*/ 337885 h 632636"/>
                <a:gd name="connsiteX7" fmla="*/ 984 w 638403"/>
                <a:gd name="connsiteY7" fmla="*/ 337885 h 63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403" h="632636">
                  <a:moveTo>
                    <a:pt x="983" y="337885"/>
                  </a:moveTo>
                  <a:cubicBezTo>
                    <a:pt x="24795" y="505263"/>
                    <a:pt x="106330" y="601383"/>
                    <a:pt x="245396" y="626337"/>
                  </a:cubicBezTo>
                  <a:cubicBezTo>
                    <a:pt x="439136" y="661160"/>
                    <a:pt x="594013" y="548721"/>
                    <a:pt x="635162" y="360278"/>
                  </a:cubicBezTo>
                  <a:cubicBezTo>
                    <a:pt x="635924" y="356672"/>
                    <a:pt x="638496" y="332097"/>
                    <a:pt x="638401" y="323652"/>
                  </a:cubicBezTo>
                  <a:cubicBezTo>
                    <a:pt x="638210" y="306098"/>
                    <a:pt x="636496" y="291012"/>
                    <a:pt x="636496" y="291012"/>
                  </a:cubicBezTo>
                  <a:cubicBezTo>
                    <a:pt x="585156" y="-105706"/>
                    <a:pt x="16223" y="-90239"/>
                    <a:pt x="317" y="297274"/>
                  </a:cubicBezTo>
                  <a:cubicBezTo>
                    <a:pt x="317" y="297274"/>
                    <a:pt x="-731" y="315872"/>
                    <a:pt x="984" y="337885"/>
                  </a:cubicBezTo>
                  <a:lnTo>
                    <a:pt x="984" y="337885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52934F-FBD7-B8DB-378A-B4AE40936F7F}"/>
                </a:ext>
              </a:extLst>
            </p:cNvPr>
            <p:cNvSpPr/>
            <p:nvPr/>
          </p:nvSpPr>
          <p:spPr>
            <a:xfrm>
              <a:off x="516591" y="647104"/>
              <a:ext cx="2247898" cy="56551"/>
            </a:xfrm>
            <a:custGeom>
              <a:avLst/>
              <a:gdLst>
                <a:gd name="connsiteX0" fmla="*/ 1901923 w 2247898"/>
                <a:gd name="connsiteY0" fmla="*/ 56457 h 56551"/>
                <a:gd name="connsiteX1" fmla="*/ 2206630 w 2247898"/>
                <a:gd name="connsiteY1" fmla="*/ 50669 h 56551"/>
                <a:gd name="connsiteX2" fmla="*/ 2247873 w 2247898"/>
                <a:gd name="connsiteY2" fmla="*/ 13853 h 56551"/>
                <a:gd name="connsiteX3" fmla="*/ 2234728 w 2247898"/>
                <a:gd name="connsiteY3" fmla="*/ 1233 h 56551"/>
                <a:gd name="connsiteX4" fmla="*/ 1900589 w 2247898"/>
                <a:gd name="connsiteY4" fmla="*/ 0 h 56551"/>
                <a:gd name="connsiteX5" fmla="*/ 1273650 w 2247898"/>
                <a:gd name="connsiteY5" fmla="*/ 6357 h 56551"/>
                <a:gd name="connsiteX6" fmla="*/ 21390 w 2247898"/>
                <a:gd name="connsiteY6" fmla="*/ 2562 h 56551"/>
                <a:gd name="connsiteX7" fmla="*/ 149 w 2247898"/>
                <a:gd name="connsiteY7" fmla="*/ 13948 h 56551"/>
                <a:gd name="connsiteX8" fmla="*/ 6245 w 2247898"/>
                <a:gd name="connsiteY8" fmla="*/ 39472 h 56551"/>
                <a:gd name="connsiteX9" fmla="*/ 26533 w 2247898"/>
                <a:gd name="connsiteY9" fmla="*/ 48771 h 56551"/>
                <a:gd name="connsiteX10" fmla="*/ 1265173 w 2247898"/>
                <a:gd name="connsiteY10" fmla="*/ 46968 h 56551"/>
                <a:gd name="connsiteX11" fmla="*/ 1901924 w 2247898"/>
                <a:gd name="connsiteY11" fmla="*/ 56551 h 56551"/>
                <a:gd name="connsiteX12" fmla="*/ 1901924 w 2247898"/>
                <a:gd name="connsiteY12" fmla="*/ 56551 h 56551"/>
                <a:gd name="connsiteX13" fmla="*/ 1901924 w 2247898"/>
                <a:gd name="connsiteY13" fmla="*/ 56457 h 5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47898" h="56551">
                  <a:moveTo>
                    <a:pt x="1901923" y="56457"/>
                  </a:moveTo>
                  <a:cubicBezTo>
                    <a:pt x="2002698" y="54179"/>
                    <a:pt x="2104330" y="52187"/>
                    <a:pt x="2206630" y="50669"/>
                  </a:cubicBezTo>
                  <a:cubicBezTo>
                    <a:pt x="2230156" y="50384"/>
                    <a:pt x="2245873" y="36056"/>
                    <a:pt x="2247873" y="13853"/>
                  </a:cubicBezTo>
                  <a:cubicBezTo>
                    <a:pt x="2248349" y="7021"/>
                    <a:pt x="2242253" y="1233"/>
                    <a:pt x="2234728" y="1233"/>
                  </a:cubicBezTo>
                  <a:lnTo>
                    <a:pt x="1900589" y="0"/>
                  </a:lnTo>
                  <a:cubicBezTo>
                    <a:pt x="1691609" y="16700"/>
                    <a:pt x="1482630" y="18692"/>
                    <a:pt x="1273650" y="6357"/>
                  </a:cubicBezTo>
                  <a:lnTo>
                    <a:pt x="21390" y="2562"/>
                  </a:lnTo>
                  <a:cubicBezTo>
                    <a:pt x="9007" y="2562"/>
                    <a:pt x="-1375" y="8160"/>
                    <a:pt x="149" y="13948"/>
                  </a:cubicBezTo>
                  <a:lnTo>
                    <a:pt x="6245" y="39472"/>
                  </a:lnTo>
                  <a:cubicBezTo>
                    <a:pt x="7483" y="45070"/>
                    <a:pt x="16151" y="48771"/>
                    <a:pt x="26533" y="48771"/>
                  </a:cubicBezTo>
                  <a:lnTo>
                    <a:pt x="1265173" y="46968"/>
                  </a:lnTo>
                  <a:cubicBezTo>
                    <a:pt x="1476629" y="32546"/>
                    <a:pt x="1688943" y="35582"/>
                    <a:pt x="1901924" y="56551"/>
                  </a:cubicBezTo>
                  <a:lnTo>
                    <a:pt x="1901924" y="56551"/>
                  </a:lnTo>
                  <a:lnTo>
                    <a:pt x="1901924" y="56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86540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C08CE7-47AF-369A-9577-5F44CACDE745}"/>
              </a:ext>
            </a:extLst>
          </p:cNvPr>
          <p:cNvSpPr/>
          <p:nvPr userDrawn="1"/>
        </p:nvSpPr>
        <p:spPr>
          <a:xfrm>
            <a:off x="0" y="2560320"/>
            <a:ext cx="6095999" cy="42976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471D17-F763-C1A6-E114-5D5A2C93F5B9}"/>
              </a:ext>
            </a:extLst>
          </p:cNvPr>
          <p:cNvSpPr/>
          <p:nvPr userDrawn="1"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7337A-EC94-296A-EC22-885787B00C20}"/>
              </a:ext>
            </a:extLst>
          </p:cNvPr>
          <p:cNvSpPr/>
          <p:nvPr userDrawn="1"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411480"/>
            <a:ext cx="10533113" cy="1645920"/>
          </a:xfrm>
        </p:spPr>
        <p:txBody>
          <a:bodyPr lIns="0" tIns="0" rIns="0" bIns="0" anchor="b" anchorCtr="0">
            <a:noAutofit/>
          </a:bodyPr>
          <a:lstStyle>
            <a:lvl1pPr algn="l">
              <a:defRPr sz="40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2D15D8-C5E4-994C-132F-9BCBEFEF989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352" y="2971800"/>
            <a:ext cx="5056632" cy="2670048"/>
          </a:xfrm>
        </p:spPr>
        <p:txBody>
          <a:bodyPr>
            <a:normAutofit/>
          </a:bodyPr>
          <a:lstStyle>
            <a:lvl1pPr>
              <a:spcBef>
                <a:spcPts val="18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 marL="45720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C2D335-9BC4-206F-6675-3BC8BA6AECC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02552" y="2971800"/>
            <a:ext cx="5056632" cy="2670048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FBDC00-6EAF-6C67-99D5-4DA34806FE50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12192000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94BCB1-8FBC-AB32-B138-A912E42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CA9E34-B0CE-5B28-B4B0-E2959353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aphic 16">
            <a:extLst>
              <a:ext uri="{FF2B5EF4-FFF2-40B4-BE49-F238E27FC236}">
                <a16:creationId xmlns:a16="http://schemas.microsoft.com/office/drawing/2014/main" id="{27AED226-E6CE-B07C-9183-8F8DE486E3C2}"/>
              </a:ext>
            </a:extLst>
          </p:cNvPr>
          <p:cNvGrpSpPr/>
          <p:nvPr userDrawn="1"/>
        </p:nvGrpSpPr>
        <p:grpSpPr>
          <a:xfrm rot="5400000" flipH="1">
            <a:off x="10607041" y="1022650"/>
            <a:ext cx="1998009" cy="562309"/>
            <a:chOff x="516591" y="355997"/>
            <a:chExt cx="2247898" cy="63263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050F9D0-FBF4-AB51-0DC0-0EE413FBD421}"/>
                </a:ext>
              </a:extLst>
            </p:cNvPr>
            <p:cNvSpPr/>
            <p:nvPr/>
          </p:nvSpPr>
          <p:spPr>
            <a:xfrm>
              <a:off x="1780781" y="355997"/>
              <a:ext cx="638403" cy="632636"/>
            </a:xfrm>
            <a:custGeom>
              <a:avLst/>
              <a:gdLst>
                <a:gd name="connsiteX0" fmla="*/ 983 w 638403"/>
                <a:gd name="connsiteY0" fmla="*/ 337885 h 632636"/>
                <a:gd name="connsiteX1" fmla="*/ 245396 w 638403"/>
                <a:gd name="connsiteY1" fmla="*/ 626337 h 632636"/>
                <a:gd name="connsiteX2" fmla="*/ 635162 w 638403"/>
                <a:gd name="connsiteY2" fmla="*/ 360278 h 632636"/>
                <a:gd name="connsiteX3" fmla="*/ 638401 w 638403"/>
                <a:gd name="connsiteY3" fmla="*/ 323652 h 632636"/>
                <a:gd name="connsiteX4" fmla="*/ 636496 w 638403"/>
                <a:gd name="connsiteY4" fmla="*/ 291012 h 632636"/>
                <a:gd name="connsiteX5" fmla="*/ 317 w 638403"/>
                <a:gd name="connsiteY5" fmla="*/ 297274 h 632636"/>
                <a:gd name="connsiteX6" fmla="*/ 984 w 638403"/>
                <a:gd name="connsiteY6" fmla="*/ 337885 h 632636"/>
                <a:gd name="connsiteX7" fmla="*/ 984 w 638403"/>
                <a:gd name="connsiteY7" fmla="*/ 337885 h 63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403" h="632636">
                  <a:moveTo>
                    <a:pt x="983" y="337885"/>
                  </a:moveTo>
                  <a:cubicBezTo>
                    <a:pt x="24795" y="505263"/>
                    <a:pt x="106330" y="601383"/>
                    <a:pt x="245396" y="626337"/>
                  </a:cubicBezTo>
                  <a:cubicBezTo>
                    <a:pt x="439136" y="661160"/>
                    <a:pt x="594013" y="548721"/>
                    <a:pt x="635162" y="360278"/>
                  </a:cubicBezTo>
                  <a:cubicBezTo>
                    <a:pt x="635924" y="356672"/>
                    <a:pt x="638496" y="332097"/>
                    <a:pt x="638401" y="323652"/>
                  </a:cubicBezTo>
                  <a:cubicBezTo>
                    <a:pt x="638210" y="306098"/>
                    <a:pt x="636496" y="291012"/>
                    <a:pt x="636496" y="291012"/>
                  </a:cubicBezTo>
                  <a:cubicBezTo>
                    <a:pt x="585156" y="-105706"/>
                    <a:pt x="16223" y="-90239"/>
                    <a:pt x="317" y="297274"/>
                  </a:cubicBezTo>
                  <a:cubicBezTo>
                    <a:pt x="317" y="297274"/>
                    <a:pt x="-731" y="315872"/>
                    <a:pt x="984" y="337885"/>
                  </a:cubicBezTo>
                  <a:lnTo>
                    <a:pt x="984" y="337885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52934F-FBD7-B8DB-378A-B4AE40936F7F}"/>
                </a:ext>
              </a:extLst>
            </p:cNvPr>
            <p:cNvSpPr/>
            <p:nvPr/>
          </p:nvSpPr>
          <p:spPr>
            <a:xfrm>
              <a:off x="516591" y="647104"/>
              <a:ext cx="2247898" cy="56551"/>
            </a:xfrm>
            <a:custGeom>
              <a:avLst/>
              <a:gdLst>
                <a:gd name="connsiteX0" fmla="*/ 1901923 w 2247898"/>
                <a:gd name="connsiteY0" fmla="*/ 56457 h 56551"/>
                <a:gd name="connsiteX1" fmla="*/ 2206630 w 2247898"/>
                <a:gd name="connsiteY1" fmla="*/ 50669 h 56551"/>
                <a:gd name="connsiteX2" fmla="*/ 2247873 w 2247898"/>
                <a:gd name="connsiteY2" fmla="*/ 13853 h 56551"/>
                <a:gd name="connsiteX3" fmla="*/ 2234728 w 2247898"/>
                <a:gd name="connsiteY3" fmla="*/ 1233 h 56551"/>
                <a:gd name="connsiteX4" fmla="*/ 1900589 w 2247898"/>
                <a:gd name="connsiteY4" fmla="*/ 0 h 56551"/>
                <a:gd name="connsiteX5" fmla="*/ 1273650 w 2247898"/>
                <a:gd name="connsiteY5" fmla="*/ 6357 h 56551"/>
                <a:gd name="connsiteX6" fmla="*/ 21390 w 2247898"/>
                <a:gd name="connsiteY6" fmla="*/ 2562 h 56551"/>
                <a:gd name="connsiteX7" fmla="*/ 149 w 2247898"/>
                <a:gd name="connsiteY7" fmla="*/ 13948 h 56551"/>
                <a:gd name="connsiteX8" fmla="*/ 6245 w 2247898"/>
                <a:gd name="connsiteY8" fmla="*/ 39472 h 56551"/>
                <a:gd name="connsiteX9" fmla="*/ 26533 w 2247898"/>
                <a:gd name="connsiteY9" fmla="*/ 48771 h 56551"/>
                <a:gd name="connsiteX10" fmla="*/ 1265173 w 2247898"/>
                <a:gd name="connsiteY10" fmla="*/ 46968 h 56551"/>
                <a:gd name="connsiteX11" fmla="*/ 1901924 w 2247898"/>
                <a:gd name="connsiteY11" fmla="*/ 56551 h 56551"/>
                <a:gd name="connsiteX12" fmla="*/ 1901924 w 2247898"/>
                <a:gd name="connsiteY12" fmla="*/ 56551 h 56551"/>
                <a:gd name="connsiteX13" fmla="*/ 1901924 w 2247898"/>
                <a:gd name="connsiteY13" fmla="*/ 56457 h 5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47898" h="56551">
                  <a:moveTo>
                    <a:pt x="1901923" y="56457"/>
                  </a:moveTo>
                  <a:cubicBezTo>
                    <a:pt x="2002698" y="54179"/>
                    <a:pt x="2104330" y="52187"/>
                    <a:pt x="2206630" y="50669"/>
                  </a:cubicBezTo>
                  <a:cubicBezTo>
                    <a:pt x="2230156" y="50384"/>
                    <a:pt x="2245873" y="36056"/>
                    <a:pt x="2247873" y="13853"/>
                  </a:cubicBezTo>
                  <a:cubicBezTo>
                    <a:pt x="2248349" y="7021"/>
                    <a:pt x="2242253" y="1233"/>
                    <a:pt x="2234728" y="1233"/>
                  </a:cubicBezTo>
                  <a:lnTo>
                    <a:pt x="1900589" y="0"/>
                  </a:lnTo>
                  <a:cubicBezTo>
                    <a:pt x="1691609" y="16700"/>
                    <a:pt x="1482630" y="18692"/>
                    <a:pt x="1273650" y="6357"/>
                  </a:cubicBezTo>
                  <a:lnTo>
                    <a:pt x="21390" y="2562"/>
                  </a:lnTo>
                  <a:cubicBezTo>
                    <a:pt x="9007" y="2562"/>
                    <a:pt x="-1375" y="8160"/>
                    <a:pt x="149" y="13948"/>
                  </a:cubicBezTo>
                  <a:lnTo>
                    <a:pt x="6245" y="39472"/>
                  </a:lnTo>
                  <a:cubicBezTo>
                    <a:pt x="7483" y="45070"/>
                    <a:pt x="16151" y="48771"/>
                    <a:pt x="26533" y="48771"/>
                  </a:cubicBezTo>
                  <a:lnTo>
                    <a:pt x="1265173" y="46968"/>
                  </a:lnTo>
                  <a:cubicBezTo>
                    <a:pt x="1476629" y="32546"/>
                    <a:pt x="1688943" y="35582"/>
                    <a:pt x="1901924" y="56551"/>
                  </a:cubicBezTo>
                  <a:lnTo>
                    <a:pt x="1901924" y="56551"/>
                  </a:lnTo>
                  <a:lnTo>
                    <a:pt x="1901924" y="56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8443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D471D17-F763-C1A6-E114-5D5A2C93F5B9}"/>
              </a:ext>
            </a:extLst>
          </p:cNvPr>
          <p:cNvSpPr/>
          <p:nvPr userDrawn="1"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7337A-EC94-296A-EC22-885787B00C20}"/>
              </a:ext>
            </a:extLst>
          </p:cNvPr>
          <p:cNvSpPr/>
          <p:nvPr userDrawn="1"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411480"/>
            <a:ext cx="10533113" cy="1645920"/>
          </a:xfrm>
        </p:spPr>
        <p:txBody>
          <a:bodyPr lIns="0" tIns="0" rIns="0" bIns="0" anchor="b" anchorCtr="0">
            <a:noAutofit/>
          </a:bodyPr>
          <a:lstStyle>
            <a:lvl1pPr algn="l">
              <a:defRPr sz="40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C2D335-9BC4-206F-6675-3BC8BA6AECC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0352" y="2971800"/>
            <a:ext cx="11045952" cy="2670048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FBDC00-6EAF-6C67-99D5-4DA34806FE50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12192000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94BCB1-8FBC-AB32-B138-A912E42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CA9E34-B0CE-5B28-B4B0-E2959353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aphic 16">
            <a:extLst>
              <a:ext uri="{FF2B5EF4-FFF2-40B4-BE49-F238E27FC236}">
                <a16:creationId xmlns:a16="http://schemas.microsoft.com/office/drawing/2014/main" id="{27AED226-E6CE-B07C-9183-8F8DE486E3C2}"/>
              </a:ext>
            </a:extLst>
          </p:cNvPr>
          <p:cNvGrpSpPr/>
          <p:nvPr userDrawn="1"/>
        </p:nvGrpSpPr>
        <p:grpSpPr>
          <a:xfrm rot="5400000" flipH="1">
            <a:off x="10607041" y="1022650"/>
            <a:ext cx="1998009" cy="562309"/>
            <a:chOff x="516591" y="355997"/>
            <a:chExt cx="2247898" cy="63263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050F9D0-FBF4-AB51-0DC0-0EE413FBD421}"/>
                </a:ext>
              </a:extLst>
            </p:cNvPr>
            <p:cNvSpPr/>
            <p:nvPr/>
          </p:nvSpPr>
          <p:spPr>
            <a:xfrm>
              <a:off x="1780781" y="355997"/>
              <a:ext cx="638403" cy="632636"/>
            </a:xfrm>
            <a:custGeom>
              <a:avLst/>
              <a:gdLst>
                <a:gd name="connsiteX0" fmla="*/ 983 w 638403"/>
                <a:gd name="connsiteY0" fmla="*/ 337885 h 632636"/>
                <a:gd name="connsiteX1" fmla="*/ 245396 w 638403"/>
                <a:gd name="connsiteY1" fmla="*/ 626337 h 632636"/>
                <a:gd name="connsiteX2" fmla="*/ 635162 w 638403"/>
                <a:gd name="connsiteY2" fmla="*/ 360278 h 632636"/>
                <a:gd name="connsiteX3" fmla="*/ 638401 w 638403"/>
                <a:gd name="connsiteY3" fmla="*/ 323652 h 632636"/>
                <a:gd name="connsiteX4" fmla="*/ 636496 w 638403"/>
                <a:gd name="connsiteY4" fmla="*/ 291012 h 632636"/>
                <a:gd name="connsiteX5" fmla="*/ 317 w 638403"/>
                <a:gd name="connsiteY5" fmla="*/ 297274 h 632636"/>
                <a:gd name="connsiteX6" fmla="*/ 984 w 638403"/>
                <a:gd name="connsiteY6" fmla="*/ 337885 h 632636"/>
                <a:gd name="connsiteX7" fmla="*/ 984 w 638403"/>
                <a:gd name="connsiteY7" fmla="*/ 337885 h 63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403" h="632636">
                  <a:moveTo>
                    <a:pt x="983" y="337885"/>
                  </a:moveTo>
                  <a:cubicBezTo>
                    <a:pt x="24795" y="505263"/>
                    <a:pt x="106330" y="601383"/>
                    <a:pt x="245396" y="626337"/>
                  </a:cubicBezTo>
                  <a:cubicBezTo>
                    <a:pt x="439136" y="661160"/>
                    <a:pt x="594013" y="548721"/>
                    <a:pt x="635162" y="360278"/>
                  </a:cubicBezTo>
                  <a:cubicBezTo>
                    <a:pt x="635924" y="356672"/>
                    <a:pt x="638496" y="332097"/>
                    <a:pt x="638401" y="323652"/>
                  </a:cubicBezTo>
                  <a:cubicBezTo>
                    <a:pt x="638210" y="306098"/>
                    <a:pt x="636496" y="291012"/>
                    <a:pt x="636496" y="291012"/>
                  </a:cubicBezTo>
                  <a:cubicBezTo>
                    <a:pt x="585156" y="-105706"/>
                    <a:pt x="16223" y="-90239"/>
                    <a:pt x="317" y="297274"/>
                  </a:cubicBezTo>
                  <a:cubicBezTo>
                    <a:pt x="317" y="297274"/>
                    <a:pt x="-731" y="315872"/>
                    <a:pt x="984" y="337885"/>
                  </a:cubicBezTo>
                  <a:lnTo>
                    <a:pt x="984" y="337885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52934F-FBD7-B8DB-378A-B4AE40936F7F}"/>
                </a:ext>
              </a:extLst>
            </p:cNvPr>
            <p:cNvSpPr/>
            <p:nvPr/>
          </p:nvSpPr>
          <p:spPr>
            <a:xfrm>
              <a:off x="516591" y="647104"/>
              <a:ext cx="2247898" cy="56551"/>
            </a:xfrm>
            <a:custGeom>
              <a:avLst/>
              <a:gdLst>
                <a:gd name="connsiteX0" fmla="*/ 1901923 w 2247898"/>
                <a:gd name="connsiteY0" fmla="*/ 56457 h 56551"/>
                <a:gd name="connsiteX1" fmla="*/ 2206630 w 2247898"/>
                <a:gd name="connsiteY1" fmla="*/ 50669 h 56551"/>
                <a:gd name="connsiteX2" fmla="*/ 2247873 w 2247898"/>
                <a:gd name="connsiteY2" fmla="*/ 13853 h 56551"/>
                <a:gd name="connsiteX3" fmla="*/ 2234728 w 2247898"/>
                <a:gd name="connsiteY3" fmla="*/ 1233 h 56551"/>
                <a:gd name="connsiteX4" fmla="*/ 1900589 w 2247898"/>
                <a:gd name="connsiteY4" fmla="*/ 0 h 56551"/>
                <a:gd name="connsiteX5" fmla="*/ 1273650 w 2247898"/>
                <a:gd name="connsiteY5" fmla="*/ 6357 h 56551"/>
                <a:gd name="connsiteX6" fmla="*/ 21390 w 2247898"/>
                <a:gd name="connsiteY6" fmla="*/ 2562 h 56551"/>
                <a:gd name="connsiteX7" fmla="*/ 149 w 2247898"/>
                <a:gd name="connsiteY7" fmla="*/ 13948 h 56551"/>
                <a:gd name="connsiteX8" fmla="*/ 6245 w 2247898"/>
                <a:gd name="connsiteY8" fmla="*/ 39472 h 56551"/>
                <a:gd name="connsiteX9" fmla="*/ 26533 w 2247898"/>
                <a:gd name="connsiteY9" fmla="*/ 48771 h 56551"/>
                <a:gd name="connsiteX10" fmla="*/ 1265173 w 2247898"/>
                <a:gd name="connsiteY10" fmla="*/ 46968 h 56551"/>
                <a:gd name="connsiteX11" fmla="*/ 1901924 w 2247898"/>
                <a:gd name="connsiteY11" fmla="*/ 56551 h 56551"/>
                <a:gd name="connsiteX12" fmla="*/ 1901924 w 2247898"/>
                <a:gd name="connsiteY12" fmla="*/ 56551 h 56551"/>
                <a:gd name="connsiteX13" fmla="*/ 1901924 w 2247898"/>
                <a:gd name="connsiteY13" fmla="*/ 56457 h 5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47898" h="56551">
                  <a:moveTo>
                    <a:pt x="1901923" y="56457"/>
                  </a:moveTo>
                  <a:cubicBezTo>
                    <a:pt x="2002698" y="54179"/>
                    <a:pt x="2104330" y="52187"/>
                    <a:pt x="2206630" y="50669"/>
                  </a:cubicBezTo>
                  <a:cubicBezTo>
                    <a:pt x="2230156" y="50384"/>
                    <a:pt x="2245873" y="36056"/>
                    <a:pt x="2247873" y="13853"/>
                  </a:cubicBezTo>
                  <a:cubicBezTo>
                    <a:pt x="2248349" y="7021"/>
                    <a:pt x="2242253" y="1233"/>
                    <a:pt x="2234728" y="1233"/>
                  </a:cubicBezTo>
                  <a:lnTo>
                    <a:pt x="1900589" y="0"/>
                  </a:lnTo>
                  <a:cubicBezTo>
                    <a:pt x="1691609" y="16700"/>
                    <a:pt x="1482630" y="18692"/>
                    <a:pt x="1273650" y="6357"/>
                  </a:cubicBezTo>
                  <a:lnTo>
                    <a:pt x="21390" y="2562"/>
                  </a:lnTo>
                  <a:cubicBezTo>
                    <a:pt x="9007" y="2562"/>
                    <a:pt x="-1375" y="8160"/>
                    <a:pt x="149" y="13948"/>
                  </a:cubicBezTo>
                  <a:lnTo>
                    <a:pt x="6245" y="39472"/>
                  </a:lnTo>
                  <a:cubicBezTo>
                    <a:pt x="7483" y="45070"/>
                    <a:pt x="16151" y="48771"/>
                    <a:pt x="26533" y="48771"/>
                  </a:cubicBezTo>
                  <a:lnTo>
                    <a:pt x="1265173" y="46968"/>
                  </a:lnTo>
                  <a:cubicBezTo>
                    <a:pt x="1476629" y="32546"/>
                    <a:pt x="1688943" y="35582"/>
                    <a:pt x="1901924" y="56551"/>
                  </a:cubicBezTo>
                  <a:lnTo>
                    <a:pt x="1901924" y="56551"/>
                  </a:lnTo>
                  <a:lnTo>
                    <a:pt x="1901924" y="56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27469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C08CE7-47AF-369A-9577-5F44CACDE745}"/>
              </a:ext>
            </a:extLst>
          </p:cNvPr>
          <p:cNvSpPr/>
          <p:nvPr userDrawn="1"/>
        </p:nvSpPr>
        <p:spPr>
          <a:xfrm>
            <a:off x="0" y="2560320"/>
            <a:ext cx="6095999" cy="42976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471D17-F763-C1A6-E114-5D5A2C93F5B9}"/>
              </a:ext>
            </a:extLst>
          </p:cNvPr>
          <p:cNvSpPr/>
          <p:nvPr userDrawn="1"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D7337A-EC94-296A-EC22-885787B00C20}"/>
              </a:ext>
            </a:extLst>
          </p:cNvPr>
          <p:cNvSpPr/>
          <p:nvPr userDrawn="1"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411480"/>
            <a:ext cx="10533113" cy="1645920"/>
          </a:xfrm>
        </p:spPr>
        <p:txBody>
          <a:bodyPr lIns="0" tIns="0" rIns="0" bIns="0" anchor="b" anchorCtr="0">
            <a:noAutofit/>
          </a:bodyPr>
          <a:lstStyle>
            <a:lvl1pPr algn="l">
              <a:defRPr sz="40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2D15D8-C5E4-994C-132F-9BCBEFEF989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352" y="2971800"/>
            <a:ext cx="5056632" cy="2670048"/>
          </a:xfrm>
        </p:spPr>
        <p:txBody>
          <a:bodyPr>
            <a:normAutofit/>
          </a:bodyPr>
          <a:lstStyle>
            <a:lvl1pPr>
              <a:spcBef>
                <a:spcPts val="180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C2D335-9BC4-206F-6675-3BC8BA6AECC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3200" y="2971800"/>
            <a:ext cx="5056632" cy="2670048"/>
          </a:xfr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2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FBDC00-6EAF-6C67-99D5-4DA34806FE50}"/>
              </a:ext>
            </a:extLst>
          </p:cNvPr>
          <p:cNvCxnSpPr>
            <a:cxnSpLocks/>
          </p:cNvCxnSpPr>
          <p:nvPr userDrawn="1"/>
        </p:nvCxnSpPr>
        <p:spPr>
          <a:xfrm>
            <a:off x="0" y="6096000"/>
            <a:ext cx="12192000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94BCB1-8FBC-AB32-B138-A912E42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CA9E34-B0CE-5B28-B4B0-E2959353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aphic 16">
            <a:extLst>
              <a:ext uri="{FF2B5EF4-FFF2-40B4-BE49-F238E27FC236}">
                <a16:creationId xmlns:a16="http://schemas.microsoft.com/office/drawing/2014/main" id="{27AED226-E6CE-B07C-9183-8F8DE486E3C2}"/>
              </a:ext>
            </a:extLst>
          </p:cNvPr>
          <p:cNvGrpSpPr/>
          <p:nvPr userDrawn="1"/>
        </p:nvGrpSpPr>
        <p:grpSpPr>
          <a:xfrm rot="5400000" flipH="1">
            <a:off x="10607041" y="1022650"/>
            <a:ext cx="1998009" cy="562309"/>
            <a:chOff x="516591" y="355997"/>
            <a:chExt cx="2247898" cy="63263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050F9D0-FBF4-AB51-0DC0-0EE413FBD421}"/>
                </a:ext>
              </a:extLst>
            </p:cNvPr>
            <p:cNvSpPr/>
            <p:nvPr/>
          </p:nvSpPr>
          <p:spPr>
            <a:xfrm>
              <a:off x="1780781" y="355997"/>
              <a:ext cx="638403" cy="632636"/>
            </a:xfrm>
            <a:custGeom>
              <a:avLst/>
              <a:gdLst>
                <a:gd name="connsiteX0" fmla="*/ 983 w 638403"/>
                <a:gd name="connsiteY0" fmla="*/ 337885 h 632636"/>
                <a:gd name="connsiteX1" fmla="*/ 245396 w 638403"/>
                <a:gd name="connsiteY1" fmla="*/ 626337 h 632636"/>
                <a:gd name="connsiteX2" fmla="*/ 635162 w 638403"/>
                <a:gd name="connsiteY2" fmla="*/ 360278 h 632636"/>
                <a:gd name="connsiteX3" fmla="*/ 638401 w 638403"/>
                <a:gd name="connsiteY3" fmla="*/ 323652 h 632636"/>
                <a:gd name="connsiteX4" fmla="*/ 636496 w 638403"/>
                <a:gd name="connsiteY4" fmla="*/ 291012 h 632636"/>
                <a:gd name="connsiteX5" fmla="*/ 317 w 638403"/>
                <a:gd name="connsiteY5" fmla="*/ 297274 h 632636"/>
                <a:gd name="connsiteX6" fmla="*/ 984 w 638403"/>
                <a:gd name="connsiteY6" fmla="*/ 337885 h 632636"/>
                <a:gd name="connsiteX7" fmla="*/ 984 w 638403"/>
                <a:gd name="connsiteY7" fmla="*/ 337885 h 63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403" h="632636">
                  <a:moveTo>
                    <a:pt x="983" y="337885"/>
                  </a:moveTo>
                  <a:cubicBezTo>
                    <a:pt x="24795" y="505263"/>
                    <a:pt x="106330" y="601383"/>
                    <a:pt x="245396" y="626337"/>
                  </a:cubicBezTo>
                  <a:cubicBezTo>
                    <a:pt x="439136" y="661160"/>
                    <a:pt x="594013" y="548721"/>
                    <a:pt x="635162" y="360278"/>
                  </a:cubicBezTo>
                  <a:cubicBezTo>
                    <a:pt x="635924" y="356672"/>
                    <a:pt x="638496" y="332097"/>
                    <a:pt x="638401" y="323652"/>
                  </a:cubicBezTo>
                  <a:cubicBezTo>
                    <a:pt x="638210" y="306098"/>
                    <a:pt x="636496" y="291012"/>
                    <a:pt x="636496" y="291012"/>
                  </a:cubicBezTo>
                  <a:cubicBezTo>
                    <a:pt x="585156" y="-105706"/>
                    <a:pt x="16223" y="-90239"/>
                    <a:pt x="317" y="297274"/>
                  </a:cubicBezTo>
                  <a:cubicBezTo>
                    <a:pt x="317" y="297274"/>
                    <a:pt x="-731" y="315872"/>
                    <a:pt x="984" y="337885"/>
                  </a:cubicBezTo>
                  <a:lnTo>
                    <a:pt x="984" y="337885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52934F-FBD7-B8DB-378A-B4AE40936F7F}"/>
                </a:ext>
              </a:extLst>
            </p:cNvPr>
            <p:cNvSpPr/>
            <p:nvPr/>
          </p:nvSpPr>
          <p:spPr>
            <a:xfrm>
              <a:off x="516591" y="647104"/>
              <a:ext cx="2247898" cy="56551"/>
            </a:xfrm>
            <a:custGeom>
              <a:avLst/>
              <a:gdLst>
                <a:gd name="connsiteX0" fmla="*/ 1901923 w 2247898"/>
                <a:gd name="connsiteY0" fmla="*/ 56457 h 56551"/>
                <a:gd name="connsiteX1" fmla="*/ 2206630 w 2247898"/>
                <a:gd name="connsiteY1" fmla="*/ 50669 h 56551"/>
                <a:gd name="connsiteX2" fmla="*/ 2247873 w 2247898"/>
                <a:gd name="connsiteY2" fmla="*/ 13853 h 56551"/>
                <a:gd name="connsiteX3" fmla="*/ 2234728 w 2247898"/>
                <a:gd name="connsiteY3" fmla="*/ 1233 h 56551"/>
                <a:gd name="connsiteX4" fmla="*/ 1900589 w 2247898"/>
                <a:gd name="connsiteY4" fmla="*/ 0 h 56551"/>
                <a:gd name="connsiteX5" fmla="*/ 1273650 w 2247898"/>
                <a:gd name="connsiteY5" fmla="*/ 6357 h 56551"/>
                <a:gd name="connsiteX6" fmla="*/ 21390 w 2247898"/>
                <a:gd name="connsiteY6" fmla="*/ 2562 h 56551"/>
                <a:gd name="connsiteX7" fmla="*/ 149 w 2247898"/>
                <a:gd name="connsiteY7" fmla="*/ 13948 h 56551"/>
                <a:gd name="connsiteX8" fmla="*/ 6245 w 2247898"/>
                <a:gd name="connsiteY8" fmla="*/ 39472 h 56551"/>
                <a:gd name="connsiteX9" fmla="*/ 26533 w 2247898"/>
                <a:gd name="connsiteY9" fmla="*/ 48771 h 56551"/>
                <a:gd name="connsiteX10" fmla="*/ 1265173 w 2247898"/>
                <a:gd name="connsiteY10" fmla="*/ 46968 h 56551"/>
                <a:gd name="connsiteX11" fmla="*/ 1901924 w 2247898"/>
                <a:gd name="connsiteY11" fmla="*/ 56551 h 56551"/>
                <a:gd name="connsiteX12" fmla="*/ 1901924 w 2247898"/>
                <a:gd name="connsiteY12" fmla="*/ 56551 h 56551"/>
                <a:gd name="connsiteX13" fmla="*/ 1901924 w 2247898"/>
                <a:gd name="connsiteY13" fmla="*/ 56457 h 5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47898" h="56551">
                  <a:moveTo>
                    <a:pt x="1901923" y="56457"/>
                  </a:moveTo>
                  <a:cubicBezTo>
                    <a:pt x="2002698" y="54179"/>
                    <a:pt x="2104330" y="52187"/>
                    <a:pt x="2206630" y="50669"/>
                  </a:cubicBezTo>
                  <a:cubicBezTo>
                    <a:pt x="2230156" y="50384"/>
                    <a:pt x="2245873" y="36056"/>
                    <a:pt x="2247873" y="13853"/>
                  </a:cubicBezTo>
                  <a:cubicBezTo>
                    <a:pt x="2248349" y="7021"/>
                    <a:pt x="2242253" y="1233"/>
                    <a:pt x="2234728" y="1233"/>
                  </a:cubicBezTo>
                  <a:lnTo>
                    <a:pt x="1900589" y="0"/>
                  </a:lnTo>
                  <a:cubicBezTo>
                    <a:pt x="1691609" y="16700"/>
                    <a:pt x="1482630" y="18692"/>
                    <a:pt x="1273650" y="6357"/>
                  </a:cubicBezTo>
                  <a:lnTo>
                    <a:pt x="21390" y="2562"/>
                  </a:lnTo>
                  <a:cubicBezTo>
                    <a:pt x="9007" y="2562"/>
                    <a:pt x="-1375" y="8160"/>
                    <a:pt x="149" y="13948"/>
                  </a:cubicBezTo>
                  <a:lnTo>
                    <a:pt x="6245" y="39472"/>
                  </a:lnTo>
                  <a:cubicBezTo>
                    <a:pt x="7483" y="45070"/>
                    <a:pt x="16151" y="48771"/>
                    <a:pt x="26533" y="48771"/>
                  </a:cubicBezTo>
                  <a:lnTo>
                    <a:pt x="1265173" y="46968"/>
                  </a:lnTo>
                  <a:cubicBezTo>
                    <a:pt x="1476629" y="32546"/>
                    <a:pt x="1688943" y="35582"/>
                    <a:pt x="1901924" y="56551"/>
                  </a:cubicBezTo>
                  <a:lnTo>
                    <a:pt x="1901924" y="56551"/>
                  </a:lnTo>
                  <a:lnTo>
                    <a:pt x="1901924" y="56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81943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304788"/>
            <a:ext cx="3535680" cy="27736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04788"/>
            <a:ext cx="640080" cy="27736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200" b="1">
                <a:solidFill>
                  <a:schemeClr val="tx1"/>
                </a:solidFill>
                <a:latin typeface="+mn-lt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70" r:id="rId3"/>
    <p:sldLayoutId id="2147483669" r:id="rId4"/>
    <p:sldLayoutId id="2147483677" r:id="rId5"/>
    <p:sldLayoutId id="2147483672" r:id="rId6"/>
    <p:sldLayoutId id="2147483662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9808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indent="-347472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192" indent="-347472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347472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9A66-5E16-0DFD-01AB-F769676DA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457200"/>
            <a:ext cx="10317914" cy="1828800"/>
          </a:xfrm>
        </p:spPr>
        <p:txBody>
          <a:bodyPr/>
          <a:lstStyle/>
          <a:p>
            <a:r>
              <a:rPr lang="en-US" dirty="0"/>
              <a:t>“the quantified self”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A31D4-B6EB-2A84-2F6D-D0176C5A7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5776779"/>
            <a:ext cx="11201400" cy="908222"/>
          </a:xfrm>
        </p:spPr>
        <p:txBody>
          <a:bodyPr/>
          <a:lstStyle/>
          <a:p>
            <a:r>
              <a:rPr lang="en-US" dirty="0"/>
              <a:t>Caoimhe O’Brien</a:t>
            </a:r>
          </a:p>
        </p:txBody>
      </p:sp>
      <p:pic>
        <p:nvPicPr>
          <p:cNvPr id="20" name="Picture Placeholder 19" descr="Three people floating among decorative lines and shapes">
            <a:extLst>
              <a:ext uri="{FF2B5EF4-FFF2-40B4-BE49-F238E27FC236}">
                <a16:creationId xmlns:a16="http://schemas.microsoft.com/office/drawing/2014/main" id="{841541DE-D596-AE60-AD73-419B7045BDEC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" b="1546"/>
          <a:stretch/>
        </p:blipFill>
        <p:spPr>
          <a:xfrm>
            <a:off x="530352" y="3176624"/>
            <a:ext cx="3383280" cy="2069938"/>
          </a:xfrm>
        </p:spPr>
      </p:pic>
      <p:pic>
        <p:nvPicPr>
          <p:cNvPr id="16" name="Picture Placeholder 15" descr="A group of people playing crossword puzzle">
            <a:extLst>
              <a:ext uri="{FF2B5EF4-FFF2-40B4-BE49-F238E27FC236}">
                <a16:creationId xmlns:a16="http://schemas.microsoft.com/office/drawing/2014/main" id="{73CDF440-B008-9F03-6B33-86CDF73CFAFD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" b="1569"/>
          <a:stretch/>
        </p:blipFill>
        <p:spPr>
          <a:xfrm>
            <a:off x="4421886" y="3176624"/>
            <a:ext cx="3383280" cy="2069938"/>
          </a:xfrm>
        </p:spPr>
      </p:pic>
      <p:pic>
        <p:nvPicPr>
          <p:cNvPr id="12" name="Picture Placeholder 11" descr="A close-up of hands touching a pie chart">
            <a:extLst>
              <a:ext uri="{FF2B5EF4-FFF2-40B4-BE49-F238E27FC236}">
                <a16:creationId xmlns:a16="http://schemas.microsoft.com/office/drawing/2014/main" id="{3082CC51-32FB-822C-5FBB-B0C5F74E337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" b="1546"/>
          <a:stretch/>
        </p:blipFill>
        <p:spPr>
          <a:xfrm>
            <a:off x="8313420" y="3176624"/>
            <a:ext cx="3383280" cy="2069938"/>
          </a:xfrm>
        </p:spPr>
      </p:pic>
    </p:spTree>
    <p:extLst>
      <p:ext uri="{BB962C8B-B14F-4D97-AF65-F5344CB8AC3E}">
        <p14:creationId xmlns:p14="http://schemas.microsoft.com/office/powerpoint/2010/main" val="399179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A50C-470D-102D-DDAB-9F1F567C8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1527049"/>
            <a:ext cx="5257800" cy="1292352"/>
          </a:xfrm>
        </p:spPr>
        <p:txBody>
          <a:bodyPr/>
          <a:lstStyle/>
          <a:p>
            <a:r>
              <a:rPr lang="en-US" dirty="0"/>
              <a:t>The background 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0F67C1-8A1F-BFB3-BE54-72BE4EF3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304788"/>
            <a:ext cx="640080" cy="277368"/>
          </a:xfrm>
        </p:spPr>
        <p:txBody>
          <a:bodyPr/>
          <a:lstStyle/>
          <a:p>
            <a:fld id="{CA8D9AD5-F248-4919-864A-CFD76CC027D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07F7D-1960-F5EF-40E4-992F6776BB3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3200" y="1981200"/>
            <a:ext cx="5187649" cy="2130552"/>
          </a:xfrm>
        </p:spPr>
        <p:txBody>
          <a:bodyPr>
            <a:normAutofit/>
          </a:bodyPr>
          <a:lstStyle/>
          <a:p>
            <a:r>
              <a:rPr lang="en-US" dirty="0"/>
              <a:t>Spotify</a:t>
            </a:r>
          </a:p>
          <a:p>
            <a:r>
              <a:rPr lang="en-US" dirty="0" err="1"/>
              <a:t>BitePal</a:t>
            </a:r>
            <a:endParaRPr lang="en-US" dirty="0"/>
          </a:p>
          <a:p>
            <a:r>
              <a:rPr lang="en-US" dirty="0"/>
              <a:t>Snapchat </a:t>
            </a:r>
          </a:p>
          <a:p>
            <a:r>
              <a:rPr lang="en-US" dirty="0"/>
              <a:t>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7CDDE-5095-4E62-8E52-9A47B0DC7148}"/>
              </a:ext>
            </a:extLst>
          </p:cNvPr>
          <p:cNvSpPr txBox="1"/>
          <p:nvPr/>
        </p:nvSpPr>
        <p:spPr>
          <a:xfrm>
            <a:off x="533400" y="2971800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 made a list of different platforms I thought I could get data from because I didn’t want to start collecting data from the start of the project because I felt I wouldn’t have enough data to create a good dataset.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541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D703-48B4-EE72-5E8F-216A453B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1527049"/>
            <a:ext cx="5181600" cy="911352"/>
          </a:xfrm>
        </p:spPr>
        <p:txBody>
          <a:bodyPr/>
          <a:lstStyle/>
          <a:p>
            <a:r>
              <a:rPr lang="en-US" dirty="0"/>
              <a:t>Brainstorm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F00884-B2E8-52D0-EA22-1B05784C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304788"/>
            <a:ext cx="640080" cy="277368"/>
          </a:xfrm>
        </p:spPr>
        <p:txBody>
          <a:bodyPr/>
          <a:lstStyle/>
          <a:p>
            <a:fld id="{CA8D9AD5-F248-4919-864A-CFD76CC027D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BFD29-924A-1CEB-D6D3-B0284E2AF04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9719" y="2590800"/>
            <a:ext cx="5187649" cy="2514600"/>
          </a:xfrm>
        </p:spPr>
        <p:txBody>
          <a:bodyPr>
            <a:normAutofit/>
          </a:bodyPr>
          <a:lstStyle/>
          <a:p>
            <a:r>
              <a:rPr lang="en-US" dirty="0"/>
              <a:t>I took the platforms I knew I could get data from and delved further into the ideas and put them into a brainstorm.</a:t>
            </a:r>
          </a:p>
          <a:p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122C3BA-2CBE-4D0D-B65A-E79DD982F6F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0"/>
          <a:stretch/>
        </p:blipFill>
        <p:spPr>
          <a:xfrm>
            <a:off x="484632" y="457200"/>
            <a:ext cx="5157216" cy="5105400"/>
          </a:xfrm>
        </p:spPr>
      </p:pic>
    </p:spTree>
    <p:extLst>
      <p:ext uri="{BB962C8B-B14F-4D97-AF65-F5344CB8AC3E}">
        <p14:creationId xmlns:p14="http://schemas.microsoft.com/office/powerpoint/2010/main" val="288788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CE4186-A693-D2EA-C5DC-C3BDBF96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248" y="1527048"/>
            <a:ext cx="5257800" cy="4187952"/>
          </a:xfrm>
        </p:spPr>
        <p:txBody>
          <a:bodyPr/>
          <a:lstStyle/>
          <a:p>
            <a:r>
              <a:rPr lang="en-US" dirty="0"/>
              <a:t>preferred ideas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AF847-1B70-8511-F801-22A6B0FC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304788"/>
            <a:ext cx="640080" cy="277368"/>
          </a:xfrm>
        </p:spPr>
        <p:txBody>
          <a:bodyPr/>
          <a:lstStyle/>
          <a:p>
            <a:fld id="{CA8D9AD5-F248-4919-864A-CFD76CC027D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77C7E4-70E4-820C-7895-4ACF0831724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0352" y="3273552"/>
            <a:ext cx="5187649" cy="235000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Spotify</a:t>
            </a:r>
          </a:p>
          <a:p>
            <a:pPr lvl="1"/>
            <a:r>
              <a:rPr lang="en-US" dirty="0"/>
              <a:t>Hozier and Me</a:t>
            </a:r>
          </a:p>
          <a:p>
            <a:pPr lvl="1"/>
            <a:r>
              <a:rPr lang="en-US" dirty="0"/>
              <a:t>Variance in Genre </a:t>
            </a:r>
          </a:p>
          <a:p>
            <a:pPr lvl="1"/>
            <a:r>
              <a:rPr lang="en-US" dirty="0"/>
              <a:t>My top Songs</a:t>
            </a:r>
          </a:p>
          <a:p>
            <a:r>
              <a:rPr lang="en-US" dirty="0"/>
              <a:t>GitHub</a:t>
            </a:r>
          </a:p>
          <a:p>
            <a:pPr lvl="1"/>
            <a:r>
              <a:rPr lang="en-US" dirty="0"/>
              <a:t>Commits over the last year</a:t>
            </a:r>
          </a:p>
          <a:p>
            <a:r>
              <a:rPr lang="en-US" dirty="0"/>
              <a:t>Snapchat </a:t>
            </a:r>
          </a:p>
          <a:p>
            <a:pPr lvl="1"/>
            <a:r>
              <a:rPr lang="en-US" dirty="0"/>
              <a:t>Streaks </a:t>
            </a:r>
          </a:p>
          <a:p>
            <a:pPr lvl="1"/>
            <a:endParaRPr lang="en-US" dirty="0"/>
          </a:p>
        </p:txBody>
      </p:sp>
      <p:pic>
        <p:nvPicPr>
          <p:cNvPr id="10" name="Picture Placeholder 9" descr="A person falling down on a bar chart">
            <a:extLst>
              <a:ext uri="{FF2B5EF4-FFF2-40B4-BE49-F238E27FC236}">
                <a16:creationId xmlns:a16="http://schemas.microsoft.com/office/drawing/2014/main" id="{6818A141-A95D-9BC7-9180-36218BF1C70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118" r="118"/>
          <a:stretch/>
        </p:blipFill>
        <p:spPr>
          <a:xfrm>
            <a:off x="484632" y="457200"/>
            <a:ext cx="5184648" cy="2304288"/>
          </a:xfrm>
        </p:spPr>
      </p:pic>
    </p:spTree>
    <p:extLst>
      <p:ext uri="{BB962C8B-B14F-4D97-AF65-F5344CB8AC3E}">
        <p14:creationId xmlns:p14="http://schemas.microsoft.com/office/powerpoint/2010/main" val="3671682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6DCB-0981-910D-B025-0456D44FC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11480"/>
            <a:ext cx="11277600" cy="1645919"/>
          </a:xfrm>
        </p:spPr>
        <p:txBody>
          <a:bodyPr/>
          <a:lstStyle/>
          <a:p>
            <a:r>
              <a:rPr lang="en-US" dirty="0"/>
              <a:t>Visualization ideas</a:t>
            </a:r>
          </a:p>
        </p:txBody>
      </p:sp>
      <p:pic>
        <p:nvPicPr>
          <p:cNvPr id="25" name="Picture Placeholder 24" descr="A person looking at a computer">
            <a:extLst>
              <a:ext uri="{FF2B5EF4-FFF2-40B4-BE49-F238E27FC236}">
                <a16:creationId xmlns:a16="http://schemas.microsoft.com/office/drawing/2014/main" id="{31445AB7-E255-EAD8-3EBC-ACF3C99AEF3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l="2" r="2"/>
          <a:stretch/>
        </p:blipFill>
        <p:spPr>
          <a:xfrm>
            <a:off x="457200" y="3048000"/>
            <a:ext cx="5175504" cy="2590799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142051-F5C7-5DE2-9D74-A99C2C653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3200" y="3017520"/>
            <a:ext cx="5257800" cy="30510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Hozier and Me </a:t>
            </a:r>
            <a:r>
              <a:rPr lang="en-US" dirty="0">
                <a:sym typeface="Wingdings" panose="05000000000000000000" pitchFamily="2" charset="2"/>
              </a:rPr>
              <a:t> 2 images, one with Hozier albums in it and one without to show the gap of how much I listen to him</a:t>
            </a:r>
          </a:p>
          <a:p>
            <a:r>
              <a:rPr lang="en-US" dirty="0">
                <a:sym typeface="Wingdings" panose="05000000000000000000" pitchFamily="2" charset="2"/>
              </a:rPr>
              <a:t>Variance in genre  Bubbles to show how much/ little I listen to different genres. </a:t>
            </a:r>
          </a:p>
          <a:p>
            <a:r>
              <a:rPr lang="en-US" dirty="0">
                <a:sym typeface="Wingdings" panose="05000000000000000000" pitchFamily="2" charset="2"/>
              </a:rPr>
              <a:t>My top Songs  Bar chart or their Spotify code to vertical to make a bar chart </a:t>
            </a:r>
          </a:p>
          <a:p>
            <a:r>
              <a:rPr lang="en-US" dirty="0">
                <a:sym typeface="Wingdings" panose="05000000000000000000" pitchFamily="2" charset="2"/>
              </a:rPr>
              <a:t>GitHub  Binary code?</a:t>
            </a:r>
          </a:p>
          <a:p>
            <a:r>
              <a:rPr lang="en-US" dirty="0">
                <a:sym typeface="Wingdings" panose="05000000000000000000" pitchFamily="2" charset="2"/>
              </a:rPr>
              <a:t>Snapchat  Bigger fire for bigger streak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DFEA9-FCA5-3717-6417-ABA209BF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304788"/>
            <a:ext cx="640080" cy="277368"/>
          </a:xfrm>
        </p:spPr>
        <p:txBody>
          <a:bodyPr/>
          <a:lstStyle/>
          <a:p>
            <a:fld id="{CA8D9AD5-F248-4919-864A-CFD76CC027D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29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2BA21-6133-B4FA-BAFC-BCF107A2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11480"/>
            <a:ext cx="11430000" cy="1645920"/>
          </a:xfrm>
        </p:spPr>
        <p:txBody>
          <a:bodyPr/>
          <a:lstStyle/>
          <a:p>
            <a:r>
              <a:rPr lang="en-US" dirty="0"/>
              <a:t>My top 3 ideas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DF2C3-4916-001D-0A6C-CAB884D3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304788"/>
            <a:ext cx="640080" cy="277368"/>
          </a:xfrm>
        </p:spPr>
        <p:txBody>
          <a:bodyPr/>
          <a:lstStyle/>
          <a:p>
            <a:fld id="{CA8D9AD5-F248-4919-864A-CFD76CC027D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Placeholder 10" descr="Three people floating among decorative lines and shapes">
            <a:extLst>
              <a:ext uri="{FF2B5EF4-FFF2-40B4-BE49-F238E27FC236}">
                <a16:creationId xmlns:a16="http://schemas.microsoft.com/office/drawing/2014/main" id="{C4F459BC-69E9-B8DB-775C-29AD8AECF1D0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6" b="10016"/>
          <a:stretch/>
        </p:blipFill>
        <p:spPr>
          <a:xfrm>
            <a:off x="530352" y="3017520"/>
            <a:ext cx="5181600" cy="2617451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F45D2-DAE9-C6E2-51B2-2CE3A9E8846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50151" y="3017519"/>
            <a:ext cx="5260849" cy="3078479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954C6-B815-4414-BEC5-AC9F0FC4611A}"/>
              </a:ext>
            </a:extLst>
          </p:cNvPr>
          <p:cNvSpPr txBox="1"/>
          <p:nvPr/>
        </p:nvSpPr>
        <p:spPr>
          <a:xfrm>
            <a:off x="6400800" y="2667000"/>
            <a:ext cx="5410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E" dirty="0">
                <a:solidFill>
                  <a:schemeClr val="bg1"/>
                </a:solidFill>
                <a:sym typeface="Wingdings" panose="05000000000000000000" pitchFamily="2" charset="2"/>
              </a:rPr>
              <a:t>Hozier and Me  I think this is a really unique idea that will allow me to show my musical interests. I also have a unique idea for how to show this data</a:t>
            </a:r>
          </a:p>
          <a:p>
            <a:pPr marL="342900" indent="-342900">
              <a:buFont typeface="+mj-lt"/>
              <a:buAutoNum type="arabicPeriod"/>
            </a:pPr>
            <a:endParaRPr lang="en-IE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E" dirty="0">
                <a:solidFill>
                  <a:schemeClr val="bg1"/>
                </a:solidFill>
                <a:sym typeface="Wingdings" panose="05000000000000000000" pitchFamily="2" charset="2"/>
              </a:rPr>
              <a:t>Variance in Genre  This dataset will also be very interesting so I think it will be a good way to see how diverse my genre interests are. </a:t>
            </a:r>
          </a:p>
          <a:p>
            <a:pPr marL="342900" indent="-342900">
              <a:buFont typeface="+mj-lt"/>
              <a:buAutoNum type="arabicPeriod"/>
            </a:pPr>
            <a:endParaRPr lang="en-IE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E" dirty="0">
                <a:solidFill>
                  <a:schemeClr val="bg1"/>
                </a:solidFill>
                <a:sym typeface="Wingdings" panose="05000000000000000000" pitchFamily="2" charset="2"/>
              </a:rPr>
              <a:t>Snapchat  I really like this idea and I think it could be interesting to see how much I  talk to different people but I don’t know how I would access this data/ if I would have to create it manually.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76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9A66-5E16-0DFD-01AB-F769676DA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457200"/>
            <a:ext cx="10317914" cy="182880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A31D4-B6EB-2A84-2F6D-D0176C5A7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5776779"/>
            <a:ext cx="11201400" cy="908222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" name="Picture Placeholder 19" descr="Three people floating among decorative lines and shapes">
            <a:extLst>
              <a:ext uri="{FF2B5EF4-FFF2-40B4-BE49-F238E27FC236}">
                <a16:creationId xmlns:a16="http://schemas.microsoft.com/office/drawing/2014/main" id="{841541DE-D596-AE60-AD73-419B7045BDEC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" b="1546"/>
          <a:stretch/>
        </p:blipFill>
        <p:spPr>
          <a:xfrm>
            <a:off x="530352" y="3176624"/>
            <a:ext cx="3383280" cy="2069938"/>
          </a:xfrm>
        </p:spPr>
      </p:pic>
      <p:pic>
        <p:nvPicPr>
          <p:cNvPr id="16" name="Picture Placeholder 15" descr="A group of people playing crossword puzzle">
            <a:extLst>
              <a:ext uri="{FF2B5EF4-FFF2-40B4-BE49-F238E27FC236}">
                <a16:creationId xmlns:a16="http://schemas.microsoft.com/office/drawing/2014/main" id="{73CDF440-B008-9F03-6B33-86CDF73CFAFD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" b="1569"/>
          <a:stretch/>
        </p:blipFill>
        <p:spPr>
          <a:xfrm>
            <a:off x="4421886" y="3176624"/>
            <a:ext cx="3383280" cy="2069938"/>
          </a:xfrm>
        </p:spPr>
      </p:pic>
      <p:pic>
        <p:nvPicPr>
          <p:cNvPr id="12" name="Picture Placeholder 11" descr="A close-up of hands touching a pie chart">
            <a:extLst>
              <a:ext uri="{FF2B5EF4-FFF2-40B4-BE49-F238E27FC236}">
                <a16:creationId xmlns:a16="http://schemas.microsoft.com/office/drawing/2014/main" id="{3082CC51-32FB-822C-5FBB-B0C5F74E337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" b="1546"/>
          <a:stretch/>
        </p:blipFill>
        <p:spPr>
          <a:xfrm>
            <a:off x="8313420" y="3176624"/>
            <a:ext cx="3383280" cy="2069938"/>
          </a:xfrm>
        </p:spPr>
      </p:pic>
    </p:spTree>
    <p:extLst>
      <p:ext uri="{BB962C8B-B14F-4D97-AF65-F5344CB8AC3E}">
        <p14:creationId xmlns:p14="http://schemas.microsoft.com/office/powerpoint/2010/main" val="328737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anded">
  <a:themeElements>
    <a:clrScheme name="Health &amp; Fitness">
      <a:dk1>
        <a:srgbClr val="000000"/>
      </a:dk1>
      <a:lt1>
        <a:srgbClr val="FFFFFF"/>
      </a:lt1>
      <a:dk2>
        <a:srgbClr val="002C4C"/>
      </a:dk2>
      <a:lt2>
        <a:srgbClr val="E8E8E8"/>
      </a:lt2>
      <a:accent1>
        <a:srgbClr val="F14D02"/>
      </a:accent1>
      <a:accent2>
        <a:srgbClr val="C7CFCF"/>
      </a:accent2>
      <a:accent3>
        <a:srgbClr val="E8E9E2"/>
      </a:accent3>
      <a:accent4>
        <a:srgbClr val="B8C04F"/>
      </a:accent4>
      <a:accent5>
        <a:srgbClr val="E6E926"/>
      </a:accent5>
      <a:accent6>
        <a:srgbClr val="F4ADE4"/>
      </a:accent6>
      <a:hlink>
        <a:srgbClr val="467886"/>
      </a:hlink>
      <a:folHlink>
        <a:srgbClr val="96607D"/>
      </a:folHlink>
    </a:clrScheme>
    <a:fontScheme name="Custom 26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17271_win32_SD_v6" id="{08382C18-9AD6-4207-BC60-EBE913155443}" vid="{42715180-48F6-4D28-AEBB-3ADC4D3FE9AE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8397412-99B0-44AE-A788-E87AE21F19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FEADA6-23E9-496C-AC34-A0717D04FB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61F2A6-0295-4309-8731-40719902580D}">
  <ds:schemaRefs>
    <ds:schemaRef ds:uri="http://purl.org/dc/elements/1.1/"/>
    <ds:schemaRef ds:uri="230e9df3-be65-4c73-a93b-d1236ebd677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office/2006/metadata/properties"/>
    <ds:schemaRef ds:uri="71af3243-3dd4-4a8d-8c0d-dd76da1f02a5"/>
    <ds:schemaRef ds:uri="http://schemas.microsoft.com/sharepoint/v3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1610</TotalTime>
  <Words>296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Corbel</vt:lpstr>
      <vt:lpstr>Grandview Display</vt:lpstr>
      <vt:lpstr>Wingdings</vt:lpstr>
      <vt:lpstr>Branded</vt:lpstr>
      <vt:lpstr>“the quantified self”</vt:lpstr>
      <vt:lpstr>The background research</vt:lpstr>
      <vt:lpstr>Brainstorm</vt:lpstr>
      <vt:lpstr>preferred ideas</vt:lpstr>
      <vt:lpstr>Visualization ideas</vt:lpstr>
      <vt:lpstr>My top 3 ideas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“the quantified self”</dc:title>
  <cp:lastModifiedBy>(Student  C00297178) Caoimhe O Brien</cp:lastModifiedBy>
  <cp:revision>2</cp:revision>
  <dcterms:created xsi:type="dcterms:W3CDTF">2023-08-29T05:29:10Z</dcterms:created>
  <dcterms:modified xsi:type="dcterms:W3CDTF">2025-10-14T10:06:28Z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